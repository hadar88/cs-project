
<file path=[Content_Types].xml><?xml version="1.0" encoding="utf-8"?>
<Types xmlns="http://schemas.openxmlformats.org/package/2006/content-types">
  <Default ContentType="application/x-fontdata" Extension="fntdata"/>
  <Default ContentType="application/xml" Extension="xml"/>
  <Default ContentType="image/png" Extension="png"/>
  <Default ContentType="application/vnd.openxmlformats-package.relationships+xml" Extension="rels"/>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15.xml"/>
  <Override ContentType="application/vnd.openxmlformats-officedocument.presentationml.notesSlide+xml" PartName="/ppt/notesSlides/notesSlide7.xml"/>
  <Override ContentType="application/vnd.openxmlformats-officedocument.presentationml.notesSlide+xml" PartName="/ppt/notesSlides/notesSlide11.xml"/>
  <Override ContentType="application/vnd.openxmlformats-officedocument.presentationml.notesSlide+xml" PartName="/ppt/notesSlides/notesSlide5.xml"/>
  <Override ContentType="application/vnd.openxmlformats-officedocument.presentationml.notesSlide+xml" PartName="/ppt/notesSlides/notesSlide12.xml"/>
  <Override ContentType="application/vnd.openxmlformats-officedocument.presentationml.notesSlide+xml" PartName="/ppt/notesSlides/notesSlide17.xml"/>
  <Override ContentType="application/vnd.openxmlformats-officedocument.presentationml.notesSlide+xml" PartName="/ppt/notesSlides/notesSlide16.xml"/>
  <Override ContentType="application/vnd.openxmlformats-officedocument.presentationml.notesSlide+xml" PartName="/ppt/notesSlides/notesSlide8.xml"/>
  <Override ContentType="application/vnd.openxmlformats-officedocument.presentationml.notesSlide+xml" PartName="/ppt/notesSlides/notesSlide14.xml"/>
  <Override ContentType="application/vnd.openxmlformats-officedocument.presentationml.notesSlide+xml" PartName="/ppt/notesSlides/notesSlide2.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59" r:id="rId4"/>
  </p:sldMasterIdLst>
  <p:notesMasterIdLst>
    <p:notesMasterId r:id="rId5"/>
  </p:notes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 id="271" r:id="rId21"/>
    <p:sldId id="272" r:id="rId22"/>
  </p:sldIdLst>
  <p:sldSz cy="5143500" cx="9144000"/>
  <p:notesSz cx="6858000" cy="9144000"/>
  <p:embeddedFontLst>
    <p:embeddedFont>
      <p:font typeface="Nunito"/>
      <p:regular r:id="rId23"/>
      <p:bold r:id="rId24"/>
      <p:italic r:id="rId25"/>
      <p:boldItalic r:id="rId26"/>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747775"/>
          </p15:clr>
        </p15:guide>
        <p15:guide id="2" pos="2880">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20" Type="http://schemas.openxmlformats.org/officeDocument/2006/relationships/slide" Target="slides/slide15.xml"/><Relationship Id="rId22" Type="http://schemas.openxmlformats.org/officeDocument/2006/relationships/slide" Target="slides/slide17.xml"/><Relationship Id="rId21" Type="http://schemas.openxmlformats.org/officeDocument/2006/relationships/slide" Target="slides/slide16.xml"/><Relationship Id="rId24" Type="http://schemas.openxmlformats.org/officeDocument/2006/relationships/font" Target="fonts/Nunito-bold.fntdata"/><Relationship Id="rId23" Type="http://schemas.openxmlformats.org/officeDocument/2006/relationships/font" Target="fonts/Nunito-regular.fntdata"/><Relationship Id="rId1" Type="http://schemas.openxmlformats.org/officeDocument/2006/relationships/theme" Target="theme/theme2.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4.xml"/><Relationship Id="rId26" Type="http://schemas.openxmlformats.org/officeDocument/2006/relationships/font" Target="fonts/Nunito-boldItalic.fntdata"/><Relationship Id="rId25" Type="http://schemas.openxmlformats.org/officeDocument/2006/relationships/font" Target="fonts/Nunito-italic.fntdata"/><Relationship Id="rId5" Type="http://schemas.openxmlformats.org/officeDocument/2006/relationships/notesMaster" Target="notesMasters/notesMaster1.xml"/><Relationship Id="rId6" Type="http://schemas.openxmlformats.org/officeDocument/2006/relationships/slide" Target="slides/slide1.xml"/><Relationship Id="rId7" Type="http://schemas.openxmlformats.org/officeDocument/2006/relationships/slide" Target="slides/slide2.xml"/><Relationship Id="rId8" Type="http://schemas.openxmlformats.org/officeDocument/2006/relationships/slide" Target="slides/slide3.xml"/><Relationship Id="rId11" Type="http://schemas.openxmlformats.org/officeDocument/2006/relationships/slide" Target="slides/slide6.xml"/><Relationship Id="rId10" Type="http://schemas.openxmlformats.org/officeDocument/2006/relationships/slide" Target="slides/slide5.xml"/><Relationship Id="rId13" Type="http://schemas.openxmlformats.org/officeDocument/2006/relationships/slide" Target="slides/slide8.xml"/><Relationship Id="rId12" Type="http://schemas.openxmlformats.org/officeDocument/2006/relationships/slide" Target="slides/slide7.xml"/><Relationship Id="rId15" Type="http://schemas.openxmlformats.org/officeDocument/2006/relationships/slide" Target="slides/slide10.xml"/><Relationship Id="rId14" Type="http://schemas.openxmlformats.org/officeDocument/2006/relationships/slide" Target="slides/slide9.xml"/><Relationship Id="rId17" Type="http://schemas.openxmlformats.org/officeDocument/2006/relationships/slide" Target="slides/slide12.xml"/><Relationship Id="rId16" Type="http://schemas.openxmlformats.org/officeDocument/2006/relationships/slide" Target="slides/slide11.xml"/><Relationship Id="rId19" Type="http://schemas.openxmlformats.org/officeDocument/2006/relationships/slide" Target="slides/slide14.xml"/><Relationship Id="rId18"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4" name="Shape 124"/>
        <p:cNvGrpSpPr/>
        <p:nvPr/>
      </p:nvGrpSpPr>
      <p:grpSpPr>
        <a:xfrm>
          <a:off x="0" y="0"/>
          <a:ext cx="0" cy="0"/>
          <a:chOff x="0" y="0"/>
          <a:chExt cx="0" cy="0"/>
        </a:xfrm>
      </p:grpSpPr>
      <p:sp>
        <p:nvSpPr>
          <p:cNvPr id="125" name="Google Shape;125;p:notes"/>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p:spPr>
      </p:sp>
      <p:sp>
        <p:nvSpPr>
          <p:cNvPr id="126" name="Google Shape;126;p: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1" algn="r">
              <a:spcBef>
                <a:spcPts val="0"/>
              </a:spcBef>
              <a:spcAft>
                <a:spcPts val="0"/>
              </a:spcAft>
              <a:buNone/>
            </a:pPr>
            <a:r>
              <a:rPr lang="en"/>
              <a:t>הצגה עצמית</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0" name="Shape 130"/>
        <p:cNvGrpSpPr/>
        <p:nvPr/>
      </p:nvGrpSpPr>
      <p:grpSpPr>
        <a:xfrm>
          <a:off x="0" y="0"/>
          <a:ext cx="0" cy="0"/>
          <a:chOff x="0" y="0"/>
          <a:chExt cx="0" cy="0"/>
        </a:xfrm>
      </p:grpSpPr>
      <p:sp>
        <p:nvSpPr>
          <p:cNvPr id="131" name="Google Shape;131;g2ec27dbe2bc_0_6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32" name="Google Shape;132;g2ec27dbe2bc_0_6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sz="1200">
              <a:solidFill>
                <a:srgbClr val="6B6B6B"/>
              </a:solidFill>
              <a:highlight>
                <a:srgbClr val="FFFFFF"/>
              </a:highlight>
              <a:latin typeface="Nunito"/>
              <a:ea typeface="Nunito"/>
              <a:cs typeface="Nunito"/>
              <a:sym typeface="Nunito"/>
            </a:endParaRPr>
          </a:p>
          <a:p>
            <a:pPr indent="0" lvl="0" marL="0" rtl="1" algn="r">
              <a:spcBef>
                <a:spcPts val="0"/>
              </a:spcBef>
              <a:spcAft>
                <a:spcPts val="0"/>
              </a:spcAft>
              <a:buNone/>
            </a:pPr>
            <a:r>
              <a:rPr lang="en" sz="1200">
                <a:solidFill>
                  <a:srgbClr val="6B6B6B"/>
                </a:solidFill>
                <a:highlight>
                  <a:srgbClr val="FFFFFF"/>
                </a:highlight>
                <a:latin typeface="Nunito"/>
                <a:ea typeface="Nunito"/>
                <a:cs typeface="Nunito"/>
                <a:sym typeface="Nunito"/>
              </a:rPr>
              <a:t>ניתן קצת רקע על רקמת שומן. אנחנו מאמינים שכולם פה שמעו על שומן ותאי שומן. </a:t>
            </a:r>
            <a:endParaRPr sz="1200">
              <a:solidFill>
                <a:srgbClr val="6B6B6B"/>
              </a:solidFill>
              <a:highlight>
                <a:srgbClr val="FFFFFF"/>
              </a:highlight>
              <a:latin typeface="Nunito"/>
              <a:ea typeface="Nunito"/>
              <a:cs typeface="Nunito"/>
              <a:sym typeface="Nunito"/>
            </a:endParaRPr>
          </a:p>
          <a:p>
            <a:pPr indent="0" lvl="0" marL="0" rtl="1" algn="r">
              <a:spcBef>
                <a:spcPts val="0"/>
              </a:spcBef>
              <a:spcAft>
                <a:spcPts val="0"/>
              </a:spcAft>
              <a:buNone/>
            </a:pPr>
            <a:r>
              <a:rPr lang="en" sz="1200">
                <a:solidFill>
                  <a:srgbClr val="6B6B6B"/>
                </a:solidFill>
                <a:highlight>
                  <a:srgbClr val="FFFFFF"/>
                </a:highlight>
                <a:latin typeface="Nunito"/>
                <a:ea typeface="Nunito"/>
                <a:cs typeface="Nunito"/>
                <a:sym typeface="Nunito"/>
              </a:rPr>
              <a:t>- נסביר שהתמונה משמאל היא להמחשה של איך רקמת שומן כללית נראית. </a:t>
            </a:r>
            <a:endParaRPr sz="1200">
              <a:solidFill>
                <a:srgbClr val="6B6B6B"/>
              </a:solidFill>
              <a:highlight>
                <a:srgbClr val="FFFFFF"/>
              </a:highlight>
              <a:latin typeface="Nunito"/>
              <a:ea typeface="Nunito"/>
              <a:cs typeface="Nunito"/>
              <a:sym typeface="Nunito"/>
            </a:endParaRPr>
          </a:p>
          <a:p>
            <a:pPr indent="0" lvl="0" marL="0" rtl="1" algn="r">
              <a:spcBef>
                <a:spcPts val="0"/>
              </a:spcBef>
              <a:spcAft>
                <a:spcPts val="0"/>
              </a:spcAft>
              <a:buNone/>
            </a:pPr>
            <a:r>
              <a:rPr lang="en" sz="1200">
                <a:solidFill>
                  <a:srgbClr val="6B6B6B"/>
                </a:solidFill>
                <a:highlight>
                  <a:srgbClr val="FFFFFF"/>
                </a:highlight>
                <a:latin typeface="Nunito"/>
                <a:ea typeface="Nunito"/>
                <a:cs typeface="Nunito"/>
                <a:sym typeface="Nunito"/>
              </a:rPr>
              <a:t>-ניתן לראות שהיא מורכבת ממספר סוגי תאים ולא רק מתאי שומן. </a:t>
            </a:r>
            <a:endParaRPr sz="1200">
              <a:solidFill>
                <a:srgbClr val="6B6B6B"/>
              </a:solidFill>
              <a:highlight>
                <a:srgbClr val="FFFFFF"/>
              </a:highlight>
              <a:latin typeface="Nunito"/>
              <a:ea typeface="Nunito"/>
              <a:cs typeface="Nunito"/>
              <a:sym typeface="Nunito"/>
            </a:endParaRPr>
          </a:p>
          <a:p>
            <a:pPr indent="0" lvl="0" marL="0" rtl="1" algn="r">
              <a:spcBef>
                <a:spcPts val="0"/>
              </a:spcBef>
              <a:spcAft>
                <a:spcPts val="0"/>
              </a:spcAft>
              <a:buNone/>
            </a:pPr>
            <a:r>
              <a:rPr lang="en" sz="1200">
                <a:solidFill>
                  <a:srgbClr val="6B6B6B"/>
                </a:solidFill>
                <a:highlight>
                  <a:srgbClr val="FFFFFF"/>
                </a:highlight>
                <a:latin typeface="Nunito"/>
                <a:ea typeface="Nunito"/>
                <a:cs typeface="Nunito"/>
                <a:sym typeface="Nunito"/>
              </a:rPr>
              <a:t>-במחקר שלנו העבודה היא על שתי רקמות: ויסרלית(תוך בטנית) וסאב קוטנית(תת עורית).</a:t>
            </a:r>
            <a:endParaRPr sz="1200">
              <a:solidFill>
                <a:srgbClr val="6B6B6B"/>
              </a:solidFill>
              <a:highlight>
                <a:srgbClr val="FFFFFF"/>
              </a:highlight>
              <a:latin typeface="Nunito"/>
              <a:ea typeface="Nunito"/>
              <a:cs typeface="Nunito"/>
              <a:sym typeface="Nunito"/>
            </a:endParaRPr>
          </a:p>
          <a:p>
            <a:pPr indent="0" lvl="0" marL="0" rtl="1" algn="r">
              <a:spcBef>
                <a:spcPts val="0"/>
              </a:spcBef>
              <a:spcAft>
                <a:spcPts val="0"/>
              </a:spcAft>
              <a:buNone/>
            </a:pPr>
            <a:r>
              <a:t/>
            </a:r>
            <a:endParaRPr sz="1200">
              <a:solidFill>
                <a:srgbClr val="6B6B6B"/>
              </a:solidFill>
              <a:highlight>
                <a:srgbClr val="FFFFFF"/>
              </a:highlight>
              <a:latin typeface="Nunito"/>
              <a:ea typeface="Nunito"/>
              <a:cs typeface="Nunito"/>
              <a:sym typeface="Nunito"/>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0" name="Shape 140"/>
        <p:cNvGrpSpPr/>
        <p:nvPr/>
      </p:nvGrpSpPr>
      <p:grpSpPr>
        <a:xfrm>
          <a:off x="0" y="0"/>
          <a:ext cx="0" cy="0"/>
          <a:chOff x="0" y="0"/>
          <a:chExt cx="0" cy="0"/>
        </a:xfrm>
      </p:grpSpPr>
      <p:sp>
        <p:nvSpPr>
          <p:cNvPr id="141" name="Google Shape;141;g2ec2c0114c5_0_67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42" name="Google Shape;142;g2ec2c0114c5_0_67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lnSpc>
                <a:spcPct val="115000"/>
              </a:lnSpc>
              <a:spcBef>
                <a:spcPts val="0"/>
              </a:spcBef>
              <a:spcAft>
                <a:spcPts val="0"/>
              </a:spcAft>
              <a:buClr>
                <a:schemeClr val="dk1"/>
              </a:buClr>
              <a:buSzPts val="1100"/>
              <a:buFont typeface="Arial"/>
              <a:buNone/>
            </a:pPr>
            <a:r>
              <a:t/>
            </a:r>
            <a:endParaRPr sz="1200">
              <a:solidFill>
                <a:schemeClr val="dk1"/>
              </a:solidFill>
              <a:latin typeface="Calibri"/>
              <a:ea typeface="Calibri"/>
              <a:cs typeface="Calibri"/>
              <a:sym typeface="Calibri"/>
            </a:endParaRPr>
          </a:p>
          <a:p>
            <a:pPr indent="-304800" lvl="0" marL="457200" rtl="1" algn="r">
              <a:lnSpc>
                <a:spcPct val="115000"/>
              </a:lnSpc>
              <a:spcBef>
                <a:spcPts val="0"/>
              </a:spcBef>
              <a:spcAft>
                <a:spcPts val="0"/>
              </a:spcAft>
              <a:buClr>
                <a:schemeClr val="dk1"/>
              </a:buClr>
              <a:buSzPts val="1200"/>
              <a:buFont typeface="Calibri"/>
              <a:buChar char="-"/>
            </a:pPr>
            <a:r>
              <a:rPr lang="en" sz="1200">
                <a:solidFill>
                  <a:schemeClr val="dk1"/>
                </a:solidFill>
                <a:latin typeface="Calibri"/>
                <a:ea typeface="Calibri"/>
                <a:cs typeface="Calibri"/>
                <a:sym typeface="Calibri"/>
              </a:rPr>
              <a:t>נסביר שהמחקר עליו אנחנו עובדים ריצף את הרקמות באמצעות טכנולוגיה של ריצוף תאים בודדים שהיא טכנולוגיה יחסית חדשה.</a:t>
            </a:r>
            <a:endParaRPr sz="1200">
              <a:solidFill>
                <a:schemeClr val="dk1"/>
              </a:solidFill>
              <a:latin typeface="Calibri"/>
              <a:ea typeface="Calibri"/>
              <a:cs typeface="Calibri"/>
              <a:sym typeface="Calibri"/>
            </a:endParaRPr>
          </a:p>
          <a:p>
            <a:pPr indent="-304800" lvl="0" marL="457200" rtl="1" algn="r">
              <a:lnSpc>
                <a:spcPct val="115000"/>
              </a:lnSpc>
              <a:spcBef>
                <a:spcPts val="0"/>
              </a:spcBef>
              <a:spcAft>
                <a:spcPts val="0"/>
              </a:spcAft>
              <a:buClr>
                <a:schemeClr val="dk1"/>
              </a:buClr>
              <a:buSzPts val="1200"/>
              <a:buFont typeface="Calibri"/>
              <a:buChar char="-"/>
            </a:pPr>
            <a:r>
              <a:rPr lang="en" sz="1200">
                <a:solidFill>
                  <a:schemeClr val="dk1"/>
                </a:solidFill>
                <a:latin typeface="Calibri"/>
                <a:ea typeface="Calibri"/>
                <a:cs typeface="Calibri"/>
                <a:sym typeface="Calibri"/>
              </a:rPr>
              <a:t>תאי שומן הם גדולים ושבירים ולכן היה צריך טכנולוגיה מיוחדת לריצוף שמרצפת רק את הגרעין ולא כל התא.</a:t>
            </a:r>
            <a:endParaRPr sz="1200">
              <a:solidFill>
                <a:schemeClr val="dk1"/>
              </a:solidFill>
              <a:latin typeface="Calibri"/>
              <a:ea typeface="Calibri"/>
              <a:cs typeface="Calibri"/>
              <a:sym typeface="Calibri"/>
            </a:endParaRPr>
          </a:p>
          <a:p>
            <a:pPr indent="-304800" lvl="0" marL="457200" rtl="1" algn="r">
              <a:lnSpc>
                <a:spcPct val="115000"/>
              </a:lnSpc>
              <a:spcBef>
                <a:spcPts val="0"/>
              </a:spcBef>
              <a:spcAft>
                <a:spcPts val="0"/>
              </a:spcAft>
              <a:buClr>
                <a:schemeClr val="dk1"/>
              </a:buClr>
              <a:buSzPts val="1200"/>
              <a:buFont typeface="Calibri"/>
              <a:buChar char="-"/>
            </a:pPr>
            <a:r>
              <a:rPr lang="en" sz="1200">
                <a:solidFill>
                  <a:schemeClr val="dk1"/>
                </a:solidFill>
                <a:latin typeface="Calibri"/>
                <a:ea typeface="Calibri"/>
                <a:cs typeface="Calibri"/>
                <a:sym typeface="Calibri"/>
              </a:rPr>
              <a:t>נראה מה רואים בתמונה. נסביר שזו טכנולוגיה שעדיין נחשבת יחסית רועשת וצריך לעשות עליה הרבה בקרה כדי להגיע לרמת אמינות גבוהה </a:t>
            </a:r>
            <a:endParaRPr sz="1200">
              <a:solidFill>
                <a:schemeClr val="dk1"/>
              </a:solidFill>
              <a:latin typeface="Calibri"/>
              <a:ea typeface="Calibri"/>
              <a:cs typeface="Calibri"/>
              <a:sym typeface="Calibri"/>
            </a:endParaRPr>
          </a:p>
          <a:p>
            <a:pPr indent="-304800" lvl="0" marL="457200" rtl="1" algn="r">
              <a:lnSpc>
                <a:spcPct val="115000"/>
              </a:lnSpc>
              <a:spcBef>
                <a:spcPts val="0"/>
              </a:spcBef>
              <a:spcAft>
                <a:spcPts val="0"/>
              </a:spcAft>
              <a:buClr>
                <a:schemeClr val="dk1"/>
              </a:buClr>
              <a:buSzPts val="1200"/>
              <a:buFont typeface="Calibri"/>
              <a:buChar char="-"/>
            </a:pPr>
            <a:r>
              <a:rPr lang="en" sz="1200">
                <a:solidFill>
                  <a:schemeClr val="dk1"/>
                </a:solidFill>
                <a:latin typeface="Calibri"/>
                <a:ea typeface="Calibri"/>
                <a:cs typeface="Calibri"/>
                <a:sym typeface="Calibri"/>
              </a:rPr>
              <a:t>השיטה </a:t>
            </a:r>
            <a:r>
              <a:rPr lang="en" sz="1200">
                <a:solidFill>
                  <a:schemeClr val="dk1"/>
                </a:solidFill>
                <a:latin typeface="Calibri"/>
                <a:ea typeface="Calibri"/>
                <a:cs typeface="Calibri"/>
                <a:sym typeface="Calibri"/>
              </a:rPr>
              <a:t>מבוססת</a:t>
            </a:r>
            <a:r>
              <a:rPr lang="en" sz="1200">
                <a:solidFill>
                  <a:schemeClr val="dk1"/>
                </a:solidFill>
                <a:latin typeface="Calibri"/>
                <a:ea typeface="Calibri"/>
                <a:cs typeface="Calibri"/>
                <a:sym typeface="Calibri"/>
              </a:rPr>
              <a:t> על סטטיסטיקה.</a:t>
            </a:r>
            <a:endParaRPr sz="1200">
              <a:solidFill>
                <a:schemeClr val="dk1"/>
              </a:solidFill>
              <a:latin typeface="Calibri"/>
              <a:ea typeface="Calibri"/>
              <a:cs typeface="Calibri"/>
              <a:sym typeface="Calibri"/>
            </a:endParaRPr>
          </a:p>
          <a:p>
            <a:pPr indent="0" lvl="0" marL="0" rtl="0" algn="l">
              <a:lnSpc>
                <a:spcPct val="115000"/>
              </a:lnSpc>
              <a:spcBef>
                <a:spcPts val="0"/>
              </a:spcBef>
              <a:spcAft>
                <a:spcPts val="0"/>
              </a:spcAft>
              <a:buNone/>
            </a:pPr>
            <a:r>
              <a:rPr lang="en" sz="1200">
                <a:solidFill>
                  <a:schemeClr val="dk1"/>
                </a:solidFill>
                <a:latin typeface="Calibri"/>
                <a:ea typeface="Calibri"/>
                <a:cs typeface="Calibri"/>
                <a:sym typeface="Calibri"/>
              </a:rPr>
              <a:t>A method that has been recently developed suggest sequencing only the nuclei in the tissue. This means not necessarily using fresh tissue, but also fixed or frozen tissue!</a:t>
            </a:r>
            <a:endParaRPr sz="1200">
              <a:solidFill>
                <a:schemeClr val="dk1"/>
              </a:solidFill>
              <a:latin typeface="Calibri"/>
              <a:ea typeface="Calibri"/>
              <a:cs typeface="Calibri"/>
              <a:sym typeface="Calibri"/>
            </a:endParaRPr>
          </a:p>
          <a:p>
            <a:pPr indent="0" lvl="0" marL="0" rtl="0" algn="l">
              <a:lnSpc>
                <a:spcPct val="115000"/>
              </a:lnSpc>
              <a:spcBef>
                <a:spcPts val="0"/>
              </a:spcBef>
              <a:spcAft>
                <a:spcPts val="0"/>
              </a:spcAft>
              <a:buNone/>
            </a:pPr>
            <a:r>
              <a:rPr lang="en" sz="1200">
                <a:solidFill>
                  <a:schemeClr val="dk1"/>
                </a:solidFill>
                <a:latin typeface="Calibri"/>
                <a:ea typeface="Calibri"/>
                <a:cs typeface="Calibri"/>
                <a:sym typeface="Calibri"/>
              </a:rPr>
              <a:t>Two studies were using this method on adipose tissue but in a limited way, their papers published over the last year.</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8" name="Shape 148"/>
        <p:cNvGrpSpPr/>
        <p:nvPr/>
      </p:nvGrpSpPr>
      <p:grpSpPr>
        <a:xfrm>
          <a:off x="0" y="0"/>
          <a:ext cx="0" cy="0"/>
          <a:chOff x="0" y="0"/>
          <a:chExt cx="0" cy="0"/>
        </a:xfrm>
      </p:grpSpPr>
      <p:sp>
        <p:nvSpPr>
          <p:cNvPr id="149" name="Google Shape;149;g2ec2c0114c5_0_65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50" name="Google Shape;150;g2ec2c0114c5_0_65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sz="1200">
              <a:solidFill>
                <a:schemeClr val="dk1"/>
              </a:solidFill>
              <a:highlight>
                <a:srgbClr val="FFFFFF"/>
              </a:highlight>
              <a:latin typeface="Calibri"/>
              <a:ea typeface="Calibri"/>
              <a:cs typeface="Calibri"/>
              <a:sym typeface="Calibri"/>
            </a:endParaRPr>
          </a:p>
          <a:p>
            <a:pPr indent="0" lvl="0" marL="0" rtl="0" algn="l">
              <a:spcBef>
                <a:spcPts val="0"/>
              </a:spcBef>
              <a:spcAft>
                <a:spcPts val="0"/>
              </a:spcAft>
              <a:buNone/>
            </a:pPr>
            <a:r>
              <a:t/>
            </a:r>
            <a:endParaRPr sz="1200">
              <a:solidFill>
                <a:schemeClr val="dk1"/>
              </a:solidFill>
              <a:highlight>
                <a:srgbClr val="FFFFFF"/>
              </a:highlight>
              <a:latin typeface="Calibri"/>
              <a:ea typeface="Calibri"/>
              <a:cs typeface="Calibri"/>
              <a:sym typeface="Calibri"/>
            </a:endParaRPr>
          </a:p>
          <a:p>
            <a:pPr indent="0" lvl="0" marL="0" rtl="0" algn="l">
              <a:spcBef>
                <a:spcPts val="0"/>
              </a:spcBef>
              <a:spcAft>
                <a:spcPts val="0"/>
              </a:spcAft>
              <a:buNone/>
            </a:pPr>
            <a:r>
              <a:t/>
            </a:r>
            <a:endParaRPr sz="1200">
              <a:solidFill>
                <a:schemeClr val="dk1"/>
              </a:solidFill>
              <a:highlight>
                <a:srgbClr val="FFFFFF"/>
              </a:highlight>
              <a:latin typeface="Calibri"/>
              <a:ea typeface="Calibri"/>
              <a:cs typeface="Calibri"/>
              <a:sym typeface="Calibri"/>
            </a:endParaRPr>
          </a:p>
          <a:p>
            <a:pPr indent="-304800" lvl="0" marL="457200" rtl="1" algn="r">
              <a:spcBef>
                <a:spcPts val="0"/>
              </a:spcBef>
              <a:spcAft>
                <a:spcPts val="0"/>
              </a:spcAft>
              <a:buClr>
                <a:schemeClr val="dk1"/>
              </a:buClr>
              <a:buSzPts val="1200"/>
              <a:buFont typeface="Calibri"/>
              <a:buChar char="-"/>
            </a:pPr>
            <a:r>
              <a:rPr lang="en" sz="1200">
                <a:solidFill>
                  <a:schemeClr val="dk1"/>
                </a:solidFill>
                <a:highlight>
                  <a:srgbClr val="FFFFFF"/>
                </a:highlight>
                <a:latin typeface="Calibri"/>
                <a:ea typeface="Calibri"/>
                <a:cs typeface="Calibri"/>
                <a:sym typeface="Calibri"/>
              </a:rPr>
              <a:t>במחקר ריצפו את הרקמות והגיעו לכ80 אלף גרעינים של רקמה ויסרלית ו35 אלף גרעינים של רקמה סאבקוטנית. מתוכם 15 ו12 אלף גרעינים הם של תאי שומן בהתאמה</a:t>
            </a:r>
            <a:endParaRPr sz="1200">
              <a:solidFill>
                <a:schemeClr val="dk1"/>
              </a:solidFill>
              <a:highlight>
                <a:srgbClr val="FFFFFF"/>
              </a:highlight>
              <a:latin typeface="Calibri"/>
              <a:ea typeface="Calibri"/>
              <a:cs typeface="Calibri"/>
              <a:sym typeface="Calibri"/>
            </a:endParaRPr>
          </a:p>
          <a:p>
            <a:pPr indent="-304800" lvl="0" marL="457200" rtl="1" algn="r">
              <a:spcBef>
                <a:spcPts val="0"/>
              </a:spcBef>
              <a:spcAft>
                <a:spcPts val="0"/>
              </a:spcAft>
              <a:buClr>
                <a:schemeClr val="dk1"/>
              </a:buClr>
              <a:buSzPts val="1200"/>
              <a:buFont typeface="Calibri"/>
              <a:buChar char="-"/>
            </a:pPr>
            <a:r>
              <a:rPr lang="en" sz="1200">
                <a:solidFill>
                  <a:schemeClr val="dk1"/>
                </a:solidFill>
                <a:highlight>
                  <a:srgbClr val="FFFFFF"/>
                </a:highlight>
                <a:latin typeface="Calibri"/>
                <a:ea typeface="Calibri"/>
                <a:cs typeface="Calibri"/>
                <a:sym typeface="Calibri"/>
              </a:rPr>
              <a:t>הנחת העבודה הייתה שיימצאו תתי סוגים שונים של תאי שומן בשתי הרקמות אך לגבי ההבדלים בתתי הסוגים בין הרקמות לא הייתה הנחה</a:t>
            </a:r>
            <a:endParaRPr sz="1200">
              <a:solidFill>
                <a:schemeClr val="dk1"/>
              </a:solidFill>
              <a:highlight>
                <a:srgbClr val="FFFFFF"/>
              </a:highlight>
              <a:latin typeface="Calibri"/>
              <a:ea typeface="Calibri"/>
              <a:cs typeface="Calibri"/>
              <a:sym typeface="Calibri"/>
            </a:endParaRPr>
          </a:p>
          <a:p>
            <a:pPr indent="-304800" lvl="0" marL="457200" rtl="1" algn="r">
              <a:spcBef>
                <a:spcPts val="0"/>
              </a:spcBef>
              <a:spcAft>
                <a:spcPts val="0"/>
              </a:spcAft>
              <a:buClr>
                <a:schemeClr val="dk1"/>
              </a:buClr>
              <a:buSzPts val="1200"/>
              <a:buFont typeface="Calibri"/>
              <a:buChar char="-"/>
            </a:pPr>
            <a:r>
              <a:rPr lang="en" sz="1200">
                <a:solidFill>
                  <a:schemeClr val="dk1"/>
                </a:solidFill>
                <a:highlight>
                  <a:srgbClr val="FFFFFF"/>
                </a:highlight>
                <a:latin typeface="Calibri"/>
                <a:ea typeface="Calibri"/>
                <a:cs typeface="Calibri"/>
                <a:sym typeface="Calibri"/>
              </a:rPr>
              <a:t>במחקר הם מצאו 8 תתי סוגים של אדיפוציטים ויסרלים ו7 של סאב קוטן. הקלאסטרים הגדולים הם האדיפוציטים הקלאסים. חוץ מזה מצאו תתי סוגים חדשים של היו ידועים קודם לכן. מצאו גם כן קלאסטרים תואמים בין הויסרלים לסאב קוטן לדוגמה 3 ו4 שהם קשורים לפעילות עם מערכת החיסון אך בויסרלי הם נמצאו יותר דלקתיים לעומת הסאב קוטן מה שהיה ידוע לפני כן. </a:t>
            </a:r>
            <a:endParaRPr sz="1200">
              <a:solidFill>
                <a:schemeClr val="dk1"/>
              </a:solidFill>
              <a:highlight>
                <a:srgbClr val="FFFFFF"/>
              </a:highlight>
              <a:latin typeface="Calibri"/>
              <a:ea typeface="Calibri"/>
              <a:cs typeface="Calibri"/>
              <a:sym typeface="Calibri"/>
            </a:endParaRPr>
          </a:p>
          <a:p>
            <a:pPr indent="-304800" lvl="0" marL="457200" rtl="1" algn="r">
              <a:spcBef>
                <a:spcPts val="0"/>
              </a:spcBef>
              <a:spcAft>
                <a:spcPts val="0"/>
              </a:spcAft>
              <a:buClr>
                <a:schemeClr val="dk1"/>
              </a:buClr>
              <a:buSzPts val="1200"/>
              <a:buFont typeface="Calibri"/>
              <a:buChar char="-"/>
            </a:pPr>
            <a:r>
              <a:rPr lang="en" sz="1200">
                <a:solidFill>
                  <a:schemeClr val="dk1"/>
                </a:solidFill>
                <a:highlight>
                  <a:srgbClr val="FFFFFF"/>
                </a:highlight>
                <a:latin typeface="Calibri"/>
                <a:ea typeface="Calibri"/>
                <a:cs typeface="Calibri"/>
                <a:sym typeface="Calibri"/>
              </a:rPr>
              <a:t>להסביר על umap שזו הצגה של מרחב רב מימדים בו כל נקודה היא גרעין על שני מימדים. </a:t>
            </a:r>
            <a:endParaRPr sz="1200">
              <a:solidFill>
                <a:schemeClr val="dk1"/>
              </a:solidFill>
              <a:highlight>
                <a:srgbClr val="FFFFFF"/>
              </a:highlight>
              <a:latin typeface="Calibri"/>
              <a:ea typeface="Calibri"/>
              <a:cs typeface="Calibri"/>
              <a:sym typeface="Calibri"/>
            </a:endParaRPr>
          </a:p>
          <a:p>
            <a:pPr indent="0" lvl="0" marL="0" rtl="0" algn="l">
              <a:spcBef>
                <a:spcPts val="0"/>
              </a:spcBef>
              <a:spcAft>
                <a:spcPts val="0"/>
              </a:spcAft>
              <a:buNone/>
            </a:pPr>
            <a:r>
              <a:t/>
            </a:r>
            <a:endParaRPr sz="1200">
              <a:solidFill>
                <a:schemeClr val="dk1"/>
              </a:solidFill>
              <a:highlight>
                <a:srgbClr val="FFFFFF"/>
              </a:highlight>
              <a:latin typeface="Calibri"/>
              <a:ea typeface="Calibri"/>
              <a:cs typeface="Calibri"/>
              <a:sym typeface="Calibri"/>
            </a:endParaRPr>
          </a:p>
          <a:p>
            <a:pPr indent="0" lvl="0" marL="0" rtl="0" algn="l">
              <a:spcBef>
                <a:spcPts val="0"/>
              </a:spcBef>
              <a:spcAft>
                <a:spcPts val="0"/>
              </a:spcAft>
              <a:buNone/>
            </a:pPr>
            <a:r>
              <a:t/>
            </a:r>
            <a:endParaRPr sz="1200">
              <a:solidFill>
                <a:schemeClr val="dk1"/>
              </a:solidFill>
              <a:highlight>
                <a:srgbClr val="FFFFFF"/>
              </a:highlight>
              <a:latin typeface="Calibri"/>
              <a:ea typeface="Calibri"/>
              <a:cs typeface="Calibri"/>
              <a:sym typeface="Calibri"/>
            </a:endParaRPr>
          </a:p>
          <a:p>
            <a:pPr indent="0" lvl="0" marL="0" rtl="0" algn="l">
              <a:spcBef>
                <a:spcPts val="0"/>
              </a:spcBef>
              <a:spcAft>
                <a:spcPts val="0"/>
              </a:spcAft>
              <a:buNone/>
            </a:pPr>
            <a:r>
              <a:rPr lang="en" sz="1200">
                <a:solidFill>
                  <a:schemeClr val="dk1"/>
                </a:solidFill>
                <a:highlight>
                  <a:srgbClr val="FFFFFF"/>
                </a:highlight>
                <a:latin typeface="Calibri"/>
                <a:ea typeface="Calibri"/>
                <a:cs typeface="Calibri"/>
                <a:sym typeface="Calibri"/>
              </a:rPr>
              <a:t>Human adipose depots are functionally distinct. Yet, recent single-nucleus RNA-sequencing (snRNA-seq) analyses uncovered similar cellular landscapes. To illuminate this similarity-difference gap, the Yeger-Lotem, Rudich, and additional labs performed snRNA-seq of human subcutaneous and visceral adipose tissue (hSAT and hVAT, respectively). Most adipocytes in both depots were ‘classical‘, namely enriched in lipid metabolism pathways, yet they also observed for the first time ‘specialized‘ adipocyte subtypes that were enriched in immune-related, extracellular matrix deposition (fibrosis), vascularization/angiogenesis, or ribosomal processes.</a:t>
            </a:r>
            <a:endParaRPr sz="100"/>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8" name="Shape 158"/>
        <p:cNvGrpSpPr/>
        <p:nvPr/>
      </p:nvGrpSpPr>
      <p:grpSpPr>
        <a:xfrm>
          <a:off x="0" y="0"/>
          <a:ext cx="0" cy="0"/>
          <a:chOff x="0" y="0"/>
          <a:chExt cx="0" cy="0"/>
        </a:xfrm>
      </p:grpSpPr>
      <p:sp>
        <p:nvSpPr>
          <p:cNvPr id="159" name="Google Shape;159;g2ec2c0114c5_0_66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60" name="Google Shape;160;g2ec2c0114c5_0_66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298450" lvl="0" marL="457200" rtl="1" algn="r">
              <a:spcBef>
                <a:spcPts val="0"/>
              </a:spcBef>
              <a:spcAft>
                <a:spcPts val="0"/>
              </a:spcAft>
              <a:buSzPts val="1100"/>
              <a:buChar char="-"/>
            </a:pPr>
            <a:r>
              <a:rPr lang="en"/>
              <a:t>אלו שתי מטרות המחקר שלנו.</a:t>
            </a:r>
            <a:endParaRPr/>
          </a:p>
          <a:p>
            <a:pPr indent="-298450" lvl="0" marL="457200" rtl="1" algn="r">
              <a:spcBef>
                <a:spcPts val="0"/>
              </a:spcBef>
              <a:spcAft>
                <a:spcPts val="0"/>
              </a:spcAft>
              <a:buSzPts val="1100"/>
              <a:buChar char="-"/>
            </a:pPr>
            <a:r>
              <a:rPr lang="en"/>
              <a:t>1. בדיקה האם נלקחו מספיק דגימות כדי למצוא את כלל תתי הסוגים של האדיפוציטים או שמא היה צריך לדגום יותר</a:t>
            </a:r>
            <a:endParaRPr/>
          </a:p>
          <a:p>
            <a:pPr indent="-298450" lvl="0" marL="457200" rtl="1" algn="r">
              <a:spcBef>
                <a:spcPts val="0"/>
              </a:spcBef>
              <a:spcAft>
                <a:spcPts val="0"/>
              </a:spcAft>
              <a:buSzPts val="1100"/>
              <a:buChar char="-"/>
            </a:pPr>
            <a:r>
              <a:rPr lang="en"/>
              <a:t>2. חקר שונות תפקודית בין הרקמות</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4" name="Shape 164"/>
        <p:cNvGrpSpPr/>
        <p:nvPr/>
      </p:nvGrpSpPr>
      <p:grpSpPr>
        <a:xfrm>
          <a:off x="0" y="0"/>
          <a:ext cx="0" cy="0"/>
          <a:chOff x="0" y="0"/>
          <a:chExt cx="0" cy="0"/>
        </a:xfrm>
      </p:grpSpPr>
      <p:sp>
        <p:nvSpPr>
          <p:cNvPr id="165" name="Google Shape;165;g2ec2c0114c5_0_66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66" name="Google Shape;166;g2ec2c0114c5_0_66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304800" lvl="0" marL="457200" rtl="1" algn="r">
              <a:lnSpc>
                <a:spcPct val="115000"/>
              </a:lnSpc>
              <a:spcBef>
                <a:spcPts val="0"/>
              </a:spcBef>
              <a:spcAft>
                <a:spcPts val="0"/>
              </a:spcAft>
              <a:buClr>
                <a:schemeClr val="dk1"/>
              </a:buClr>
              <a:buSzPts val="1200"/>
              <a:buFont typeface="Calibri"/>
              <a:buChar char="-"/>
            </a:pPr>
            <a:r>
              <a:rPr lang="en" sz="1200">
                <a:solidFill>
                  <a:schemeClr val="dk1"/>
                </a:solidFill>
                <a:latin typeface="Calibri"/>
                <a:ea typeface="Calibri"/>
                <a:cs typeface="Calibri"/>
                <a:sym typeface="Calibri"/>
              </a:rPr>
              <a:t>לגבי 1. המטרה הגדולה הייתה לתת אישוש שאכן הריצוף היה מספק. מכיוון שהשיטה רועשת יש צורך בהוספת וודאות לגבי ריצוף מספק</a:t>
            </a:r>
            <a:endParaRPr sz="1200">
              <a:solidFill>
                <a:schemeClr val="dk1"/>
              </a:solidFill>
              <a:latin typeface="Calibri"/>
              <a:ea typeface="Calibri"/>
              <a:cs typeface="Calibri"/>
              <a:sym typeface="Calibri"/>
            </a:endParaRPr>
          </a:p>
          <a:p>
            <a:pPr indent="-304800" lvl="0" marL="457200" rtl="1" algn="r">
              <a:lnSpc>
                <a:spcPct val="115000"/>
              </a:lnSpc>
              <a:spcBef>
                <a:spcPts val="0"/>
              </a:spcBef>
              <a:spcAft>
                <a:spcPts val="0"/>
              </a:spcAft>
              <a:buClr>
                <a:schemeClr val="dk1"/>
              </a:buClr>
              <a:buSzPts val="1200"/>
              <a:buFont typeface="Calibri"/>
              <a:buChar char="-"/>
            </a:pPr>
            <a:r>
              <a:rPr lang="en" sz="1200">
                <a:solidFill>
                  <a:schemeClr val="dk1"/>
                </a:solidFill>
                <a:latin typeface="Calibri"/>
                <a:ea typeface="Calibri"/>
                <a:cs typeface="Calibri"/>
                <a:sym typeface="Calibri"/>
              </a:rPr>
              <a:t>ריצוף הוא יקר ולכן נרצה לייעל את תהליך הריצוף בלי להוריד מהאיכות שלו</a:t>
            </a:r>
            <a:endParaRPr sz="1200">
              <a:solidFill>
                <a:schemeClr val="dk1"/>
              </a:solidFill>
              <a:latin typeface="Calibri"/>
              <a:ea typeface="Calibri"/>
              <a:cs typeface="Calibri"/>
              <a:sym typeface="Calibri"/>
            </a:endParaRPr>
          </a:p>
          <a:p>
            <a:pPr indent="-304800" lvl="0" marL="457200" rtl="1" algn="r">
              <a:lnSpc>
                <a:spcPct val="115000"/>
              </a:lnSpc>
              <a:spcBef>
                <a:spcPts val="0"/>
              </a:spcBef>
              <a:spcAft>
                <a:spcPts val="0"/>
              </a:spcAft>
              <a:buClr>
                <a:schemeClr val="dk1"/>
              </a:buClr>
              <a:buSzPts val="1200"/>
              <a:buFont typeface="Calibri"/>
              <a:buChar char="-"/>
            </a:pPr>
            <a:r>
              <a:t/>
            </a:r>
            <a:endParaRPr sz="1200">
              <a:solidFill>
                <a:schemeClr val="dk1"/>
              </a:solidFill>
              <a:latin typeface="Calibri"/>
              <a:ea typeface="Calibri"/>
              <a:cs typeface="Calibri"/>
              <a:sym typeface="Calibri"/>
            </a:endParaRPr>
          </a:p>
          <a:p>
            <a:pPr indent="0" lvl="0" marL="0" rtl="0" algn="l">
              <a:spcBef>
                <a:spcPts val="1200"/>
              </a:spcBef>
              <a:spcAft>
                <a:spcPts val="0"/>
              </a:spcAft>
              <a:buNone/>
            </a:pPr>
            <a:r>
              <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0" name="Shape 170"/>
        <p:cNvGrpSpPr/>
        <p:nvPr/>
      </p:nvGrpSpPr>
      <p:grpSpPr>
        <a:xfrm>
          <a:off x="0" y="0"/>
          <a:ext cx="0" cy="0"/>
          <a:chOff x="0" y="0"/>
          <a:chExt cx="0" cy="0"/>
        </a:xfrm>
      </p:grpSpPr>
      <p:sp>
        <p:nvSpPr>
          <p:cNvPr id="171" name="Google Shape;171;g2ec2c0114c5_0_68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72" name="Google Shape;172;g2ec2c0114c5_0_68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1" algn="r">
              <a:lnSpc>
                <a:spcPct val="115000"/>
              </a:lnSpc>
              <a:spcBef>
                <a:spcPts val="0"/>
              </a:spcBef>
              <a:spcAft>
                <a:spcPts val="0"/>
              </a:spcAft>
              <a:buClr>
                <a:schemeClr val="dk1"/>
              </a:buClr>
              <a:buSzPts val="1100"/>
              <a:buFont typeface="Arial"/>
              <a:buNone/>
            </a:pPr>
            <a:r>
              <a:rPr lang="en"/>
              <a:t>**עד כמה הסאבסט נשמר כשאני לוקח סאבסט רנדומלי (וזה מתאר מה היה מה קורה אם היו מרצפים כמות קטנה יותר של תאים)</a:t>
            </a:r>
            <a:endParaRPr/>
          </a:p>
          <a:p>
            <a:pPr indent="-298450" lvl="0" marL="457200" rtl="1" algn="r">
              <a:lnSpc>
                <a:spcPct val="115000"/>
              </a:lnSpc>
              <a:spcBef>
                <a:spcPts val="0"/>
              </a:spcBef>
              <a:spcAft>
                <a:spcPts val="0"/>
              </a:spcAft>
              <a:buSzPts val="1100"/>
              <a:buChar char="-"/>
            </a:pPr>
            <a:r>
              <a:rPr lang="en"/>
              <a:t>נסביר שממישנו אלגוריתם של אנליזת שימור קלאסטרים על בסיס מאמר. </a:t>
            </a:r>
            <a:endParaRPr/>
          </a:p>
          <a:p>
            <a:pPr indent="-298450" lvl="0" marL="457200" rtl="1" algn="r">
              <a:lnSpc>
                <a:spcPct val="115000"/>
              </a:lnSpc>
              <a:spcBef>
                <a:spcPts val="0"/>
              </a:spcBef>
              <a:spcAft>
                <a:spcPts val="0"/>
              </a:spcAft>
              <a:buSzPts val="1100"/>
              <a:buChar char="-"/>
            </a:pPr>
            <a:r>
              <a:rPr lang="en"/>
              <a:t>האלגוריתם בודק האם מספר הגרעינים שריצפנו הוא מספיק בשביל למצוא את כל תתי הסוגים של התאים בסבירות גבוהה. </a:t>
            </a:r>
            <a:endParaRPr/>
          </a:p>
          <a:p>
            <a:pPr indent="-298450" lvl="0" marL="457200" rtl="1" algn="r">
              <a:lnSpc>
                <a:spcPct val="115000"/>
              </a:lnSpc>
              <a:spcBef>
                <a:spcPts val="0"/>
              </a:spcBef>
              <a:spcAft>
                <a:spcPts val="0"/>
              </a:spcAft>
              <a:buSzPts val="1100"/>
              <a:buChar char="-"/>
            </a:pPr>
            <a:r>
              <a:rPr lang="en"/>
              <a:t>המדד לשימור קלאסטרים בודק איך קלאסטרים מקוריים(שהתגלו במחקר המקורי) נשמרים </a:t>
            </a:r>
            <a:r>
              <a:rPr lang="en"/>
              <a:t>כשמצמצמים</a:t>
            </a:r>
            <a:r>
              <a:rPr lang="en"/>
              <a:t> את מספר התאים ועושים re clustering. הערך הוא השבר המקסימלי שנמצא של תאים מקלאסטר מקורי שנשמרו יחד בקלאסטר חדש חלקי כל התאים מהקלאסטר החדש. בעצם האנילזה הזו מחקה ריצוף של פחות תאים ובודקת איך נשמרו/נאבדו הקלאסטרים</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9" name="Shape 179"/>
        <p:cNvGrpSpPr/>
        <p:nvPr/>
      </p:nvGrpSpPr>
      <p:grpSpPr>
        <a:xfrm>
          <a:off x="0" y="0"/>
          <a:ext cx="0" cy="0"/>
          <a:chOff x="0" y="0"/>
          <a:chExt cx="0" cy="0"/>
        </a:xfrm>
      </p:grpSpPr>
      <p:sp>
        <p:nvSpPr>
          <p:cNvPr id="180" name="Google Shape;180;g2ec27dbe2bc_0_3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81" name="Google Shape;181;g2ec27dbe2bc_0_3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1" algn="r">
              <a:spcBef>
                <a:spcPts val="0"/>
              </a:spcBef>
              <a:spcAft>
                <a:spcPts val="0"/>
              </a:spcAft>
              <a:buNone/>
            </a:pPr>
            <a:r>
              <a:rPr lang="en"/>
              <a:t>אלו הצעדים שהאלגוריתם שמימשנו מבצע:</a:t>
            </a:r>
            <a:endParaRPr/>
          </a:p>
          <a:p>
            <a:pPr indent="0" lvl="0" marL="0" rtl="1" algn="r">
              <a:spcBef>
                <a:spcPts val="0"/>
              </a:spcBef>
              <a:spcAft>
                <a:spcPts val="0"/>
              </a:spcAft>
              <a:buNone/>
            </a:pPr>
            <a:r>
              <a:rPr lang="en"/>
              <a:t>הצעדים האלו הם איטרציה אחת של האלגוריתם. בפועל ביצענו 10 חזרות רנדומליות כדי למנוע הטייה שנובעת ממדגם רנדומלי.</a:t>
            </a:r>
            <a:endParaRPr/>
          </a:p>
          <a:p>
            <a:pPr indent="0" lvl="0" marL="0" rtl="1" algn="r">
              <a:spcBef>
                <a:spcPts val="0"/>
              </a:spcBef>
              <a:spcAft>
                <a:spcPts val="0"/>
              </a:spcAft>
              <a:buNone/>
            </a:pPr>
            <a:r>
              <a:rPr lang="en"/>
              <a:t>מתחילים בכך שמורידים בכל פעם אלף תאים בצורה רנדומלית. לכל הורדה ביצענו עליה את הפייפליין המקורי שביצע קלאסטרינג. </a:t>
            </a:r>
            <a:endParaRPr/>
          </a:p>
          <a:p>
            <a:pPr indent="0" lvl="0" marL="0" rtl="1" algn="r">
              <a:spcBef>
                <a:spcPts val="0"/>
              </a:spcBef>
              <a:spcAft>
                <a:spcPts val="0"/>
              </a:spcAft>
              <a:buNone/>
            </a:pPr>
            <a:r>
              <a:rPr lang="en"/>
              <a:t>לבסוף עשינו את החישובים של שימור הקלאסטרים והצגנו אותם בגרפים.</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9" name="Shape 189"/>
        <p:cNvGrpSpPr/>
        <p:nvPr/>
      </p:nvGrpSpPr>
      <p:grpSpPr>
        <a:xfrm>
          <a:off x="0" y="0"/>
          <a:ext cx="0" cy="0"/>
          <a:chOff x="0" y="0"/>
          <a:chExt cx="0" cy="0"/>
        </a:xfrm>
      </p:grpSpPr>
      <p:sp>
        <p:nvSpPr>
          <p:cNvPr id="190" name="Google Shape;190;g2ec2c0114c5_0_69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91" name="Google Shape;191;g2ec2c0114c5_0_69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1" algn="r">
              <a:spcBef>
                <a:spcPts val="0"/>
              </a:spcBef>
              <a:spcAft>
                <a:spcPts val="0"/>
              </a:spcAft>
              <a:buNone/>
            </a:pPr>
            <a:r>
              <a:rPr lang="en"/>
              <a:t>פה ניתן לראות את האיטרציות הראשונהת האמצעית והאחרונה מתוך 15 הורדות בויסרלי ו12 בסאב קוטן. ניתן לראות שככל שיש פחות גרעינים ככה נעלמים קלאסטרים. לדוגמה ניתן לראות את ההבדל בין התמונות העליונות הראשונה והשנייה בהן הקלאסטר הגדול וזה שלידו מתאחדים. </a:t>
            </a:r>
            <a:endParaRPr/>
          </a:p>
          <a:p>
            <a:pPr indent="-298450" lvl="0" marL="457200" rtl="1" algn="r">
              <a:spcBef>
                <a:spcPts val="0"/>
              </a:spcBef>
              <a:spcAft>
                <a:spcPts val="0"/>
              </a:spcAft>
              <a:buSzPts val="1100"/>
              <a:buChar char="-"/>
            </a:pPr>
            <a:r>
              <a:rPr lang="en"/>
              <a:t>להמחיש את החישוב של שימור הקלאסטרים לפי הגרפים פה.</a:t>
            </a: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2" name="Shape 202"/>
        <p:cNvGrpSpPr/>
        <p:nvPr/>
      </p:nvGrpSpPr>
      <p:grpSpPr>
        <a:xfrm>
          <a:off x="0" y="0"/>
          <a:ext cx="0" cy="0"/>
          <a:chOff x="0" y="0"/>
          <a:chExt cx="0" cy="0"/>
        </a:xfrm>
      </p:grpSpPr>
      <p:sp>
        <p:nvSpPr>
          <p:cNvPr id="203" name="Google Shape;203;g2ec2c0114c5_0_70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04" name="Google Shape;204;g2ec2c0114c5_0_70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1" algn="r">
              <a:spcBef>
                <a:spcPts val="0"/>
              </a:spcBef>
              <a:spcAft>
                <a:spcPts val="0"/>
              </a:spcAft>
              <a:buNone/>
            </a:pPr>
            <a:r>
              <a:rPr lang="en"/>
              <a:t>הסבר על הגרפים:</a:t>
            </a:r>
            <a:endParaRPr/>
          </a:p>
          <a:p>
            <a:pPr indent="0" lvl="0" marL="0" rtl="1" algn="r">
              <a:spcBef>
                <a:spcPts val="0"/>
              </a:spcBef>
              <a:spcAft>
                <a:spcPts val="0"/>
              </a:spcAft>
              <a:buNone/>
            </a:pPr>
            <a:r>
              <a:rPr lang="en"/>
              <a:t>נסתכל על הגרף השמאלי של הרקמה הויסרלית. זו ויזואליזציה של חישוב שימור קלאסטרים לכל הקלאסטרים ולא לקלאסטר בודד. אני מזכיר שלפי המאמר שעל בסיסו מימשנו את האלגוריתם, אם הגענו לפלאטו סימן שריצפנו מספיק גרעינים. ניתן לשים לב שככל שיורדים במספר הגרעינים כך השימור יורד וזה הגיוני מכיוון שזה מדמה ריצוף של פחות גרעינים שבסבירות גבוהה יביא למציאת פחות תתי סוגים של אדיפוציטים. כנל ניתן לראות גם בגרף הימני את אותו דפוס. </a:t>
            </a: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3" name="Shape 213"/>
        <p:cNvGrpSpPr/>
        <p:nvPr/>
      </p:nvGrpSpPr>
      <p:grpSpPr>
        <a:xfrm>
          <a:off x="0" y="0"/>
          <a:ext cx="0" cy="0"/>
          <a:chOff x="0" y="0"/>
          <a:chExt cx="0" cy="0"/>
        </a:xfrm>
      </p:grpSpPr>
      <p:sp>
        <p:nvSpPr>
          <p:cNvPr id="214" name="Google Shape;214;g2ec2c0114c5_0_70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15" name="Google Shape;215;g2ec2c0114c5_0_70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1" algn="r">
              <a:spcBef>
                <a:spcPts val="0"/>
              </a:spcBef>
              <a:spcAft>
                <a:spcPts val="0"/>
              </a:spcAft>
              <a:buNone/>
            </a:pPr>
            <a:r>
              <a:rPr lang="en"/>
              <a:t>*האנליזה מלאה ברעש וכשאנחנו עושים את החישובים של DE יש שונות נוספת שנכנסת וזה שלתאים שונים יש דפוס גנטי שונה גם אם הם באותה האוכלוסייה ואנחנו רוצים לשפר את האנליזה על ידי זה שאנו מורידים שונות בין תאים ומתייחס לאולוסיית תאים ככלל.</a:t>
            </a:r>
            <a:br>
              <a:rPr lang="en"/>
            </a:br>
            <a:br>
              <a:rPr lang="en"/>
            </a:br>
            <a:r>
              <a:rPr lang="en"/>
              <a:t>לכן נרצה לבצע אנליזה המתייחסת לכלל התאים מאותה רקמה ודוגמה כאחד ובכך מצמצמים את השונות הנובעת בין תאים בודדים. מכך נוכל להבין טוב יותר את ההבדלים בין הרקמות ולחזק את תוצאות המאמר לגבי השוני התפקודי בין הרקמות.</a:t>
            </a: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9" name="Shape 219"/>
        <p:cNvGrpSpPr/>
        <p:nvPr/>
      </p:nvGrpSpPr>
      <p:grpSpPr>
        <a:xfrm>
          <a:off x="0" y="0"/>
          <a:ext cx="0" cy="0"/>
          <a:chOff x="0" y="0"/>
          <a:chExt cx="0" cy="0"/>
        </a:xfrm>
      </p:grpSpPr>
      <p:sp>
        <p:nvSpPr>
          <p:cNvPr id="220" name="Google Shape;220;g2ec27dbe2bc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21" name="Google Shape;221;g2ec27dbe2bc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1" algn="r">
              <a:spcBef>
                <a:spcPts val="0"/>
              </a:spcBef>
              <a:spcAft>
                <a:spcPts val="0"/>
              </a:spcAft>
              <a:buNone/>
            </a:pPr>
            <a:r>
              <a:rPr lang="en"/>
              <a:t>מה שעשינו היה preproccesing על הדאטה שלנו והתאמתו לביצוע אנליזה של פסודו בולק שזה בעצם האיחוד של התאים על בסיס אותה דוגמה ורקמה.</a:t>
            </a:r>
            <a:endParaRPr/>
          </a:p>
          <a:p>
            <a:pPr indent="0" lvl="0" marL="0" rtl="1" algn="r">
              <a:spcBef>
                <a:spcPts val="0"/>
              </a:spcBef>
              <a:spcAft>
                <a:spcPts val="0"/>
              </a:spcAft>
              <a:buNone/>
            </a:pPr>
            <a:r>
              <a:rPr lang="en"/>
              <a:t>על זה עשינו אנליזה של differential expression שנתנה לנו גנים המבוטאים דיפרנציאלית שונה בין הרקמות. לאחר שקיבלנו רשימת גנים ביצענו gene set enrichment analysis כדי להבין האם ואיזה מסלולים מועשרים באופן שונה בין הרקמות.לאורך הדרך ביצענו quality control</a:t>
            </a: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6" name="Shape 226"/>
        <p:cNvGrpSpPr/>
        <p:nvPr/>
      </p:nvGrpSpPr>
      <p:grpSpPr>
        <a:xfrm>
          <a:off x="0" y="0"/>
          <a:ext cx="0" cy="0"/>
          <a:chOff x="0" y="0"/>
          <a:chExt cx="0" cy="0"/>
        </a:xfrm>
      </p:grpSpPr>
      <p:sp>
        <p:nvSpPr>
          <p:cNvPr id="227" name="Google Shape;227;g2ec27dbe2bc_0_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28" name="Google Shape;228;g2ec27dbe2bc_0_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1" algn="r">
              <a:spcBef>
                <a:spcPts val="0"/>
              </a:spcBef>
              <a:spcAft>
                <a:spcPts val="0"/>
              </a:spcAft>
              <a:buNone/>
            </a:pPr>
            <a:r>
              <a:rPr lang="en"/>
              <a:t>להסביר על שני הגרפים. נתחיל עם הימני. כל נקודה היא איחוד של כל התאים מאותה רקמה,קלאסטר ודוגמה. ניתן לראות הפרדה יפה בין הנקודות מהרקמה הויסרלית לעומת הסאב קוטן מה שמראה שהשונות נובעת בעיקר מההבדל ברקמות. </a:t>
            </a:r>
            <a:endParaRPr/>
          </a:p>
          <a:p>
            <a:pPr indent="0" lvl="0" marL="0" rtl="1" algn="r">
              <a:spcBef>
                <a:spcPts val="0"/>
              </a:spcBef>
              <a:spcAft>
                <a:spcPts val="0"/>
              </a:spcAft>
              <a:buNone/>
            </a:pPr>
            <a:r>
              <a:rPr lang="en"/>
              <a:t>לגבי הגרף השמאלי, זהו heatmap של הגנים השונים דיפרנציאלית המשמעותיים(לוג פולד ציינג &gt; 2 ו padjj&lt;0.05). הצד של ההשוואה פה הוא סאב קוטן לעומת ויסרלי. הצבעים היותר חמים מראים על העשרה של הגנים. ניתן לראות העשרה בעיקר בסאב קוטן לעומת הויסרלי ולכן זה מראה על הבדל ברקמות ברמת הגנים המבוטאים. באנליזה ההפוכה של ויסרלי מול סאב קוטן אז הצבעים החמים מתהפכים</a:t>
            </a:r>
            <a:endParaRPr/>
          </a:p>
          <a:p>
            <a:pPr indent="0" lvl="0" marL="0" rtl="1" algn="r">
              <a:spcBef>
                <a:spcPts val="0"/>
              </a:spcBef>
              <a:spcAft>
                <a:spcPts val="0"/>
              </a:spcAft>
              <a:buNone/>
            </a:pPr>
            <a:r>
              <a:t/>
            </a:r>
            <a:endParaRPr/>
          </a:p>
          <a:p>
            <a:pPr indent="0" lvl="0" marL="0" rtl="0" algn="l">
              <a:spcBef>
                <a:spcPts val="0"/>
              </a:spcBef>
              <a:spcAft>
                <a:spcPts val="0"/>
              </a:spcAft>
              <a:buNone/>
            </a:pPr>
            <a:r>
              <a:rPr lang="en" sz="1300">
                <a:solidFill>
                  <a:srgbClr val="606C71"/>
                </a:solidFill>
              </a:rPr>
              <a:t>In this example, we see a nice separation between our samples on PC1 by our condition of interest, which is great; this suggests that our condition of interest is the largest source of variation in our dataset. </a:t>
            </a: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7" name="Shape 237"/>
        <p:cNvGrpSpPr/>
        <p:nvPr/>
      </p:nvGrpSpPr>
      <p:grpSpPr>
        <a:xfrm>
          <a:off x="0" y="0"/>
          <a:ext cx="0" cy="0"/>
          <a:chOff x="0" y="0"/>
          <a:chExt cx="0" cy="0"/>
        </a:xfrm>
      </p:grpSpPr>
      <p:sp>
        <p:nvSpPr>
          <p:cNvPr id="238" name="Google Shape;238;g2ec27dbe2bc_0_5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39" name="Google Shape;239;g2ec27dbe2bc_0_5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1" algn="r">
              <a:spcBef>
                <a:spcPts val="0"/>
              </a:spcBef>
              <a:spcAft>
                <a:spcPts val="0"/>
              </a:spcAft>
              <a:buNone/>
            </a:pPr>
            <a:r>
              <a:rPr lang="en"/>
              <a:t>******לכתוב פה את מה שאור אמרה*******</a:t>
            </a:r>
            <a:endParaRPr/>
          </a:p>
          <a:p>
            <a:pPr indent="0" lvl="0" marL="0" rtl="1" algn="r">
              <a:spcBef>
                <a:spcPts val="0"/>
              </a:spcBef>
              <a:spcAft>
                <a:spcPts val="0"/>
              </a:spcAft>
              <a:buNone/>
            </a:pPr>
            <a:r>
              <a:rPr lang="en"/>
              <a:t>נסביר בקצרה על p value . נסביר בגדול שהשתמשנו בגורילה לצורך ויזואליזציה של מסלולים מועשרים. כמה שהצבע יותר נוטה לכיוון האדום ככה המסלול נחשב יותצר מועשר. ניתן לראות שמצאנו כי מסלולים מטבוליים מועשרים במידה יתרה ברקמה הויסרלית לעומת הסאב קוטן. זה מתאים לממצאים שהגיעו מהמחקר המקורי ולכן מחזק את המאמר. </a:t>
            </a:r>
            <a:endParaRPr/>
          </a:p>
          <a:p>
            <a:pPr indent="0" lvl="0" marL="0" rtl="1" algn="r">
              <a:spcBef>
                <a:spcPts val="0"/>
              </a:spcBef>
              <a:spcAft>
                <a:spcPts val="0"/>
              </a:spcAft>
              <a:buNone/>
            </a:pPr>
            <a:r>
              <a:t/>
            </a:r>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6" name="Shape 246"/>
        <p:cNvGrpSpPr/>
        <p:nvPr/>
      </p:nvGrpSpPr>
      <p:grpSpPr>
        <a:xfrm>
          <a:off x="0" y="0"/>
          <a:ext cx="0" cy="0"/>
          <a:chOff x="0" y="0"/>
          <a:chExt cx="0" cy="0"/>
        </a:xfrm>
      </p:grpSpPr>
      <p:sp>
        <p:nvSpPr>
          <p:cNvPr id="247" name="Google Shape;247;g2ec27dbe2bc_0_1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48" name="Google Shape;248;g2ec27dbe2bc_0_1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2" name="Shape 252"/>
        <p:cNvGrpSpPr/>
        <p:nvPr/>
      </p:nvGrpSpPr>
      <p:grpSpPr>
        <a:xfrm>
          <a:off x="0" y="0"/>
          <a:ext cx="0" cy="0"/>
          <a:chOff x="0" y="0"/>
          <a:chExt cx="0" cy="0"/>
        </a:xfrm>
      </p:grpSpPr>
      <p:sp>
        <p:nvSpPr>
          <p:cNvPr id="253" name="Google Shape;253;g2ec27dbe2bc_0_1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54" name="Google Shape;254;g2ec27dbe2bc_0_1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8" name="Shape 258"/>
        <p:cNvGrpSpPr/>
        <p:nvPr/>
      </p:nvGrpSpPr>
      <p:grpSpPr>
        <a:xfrm>
          <a:off x="0" y="0"/>
          <a:ext cx="0" cy="0"/>
          <a:chOff x="0" y="0"/>
          <a:chExt cx="0" cy="0"/>
        </a:xfrm>
      </p:grpSpPr>
      <p:sp>
        <p:nvSpPr>
          <p:cNvPr id="259" name="Google Shape;259;g2ec27dbe2bc_0_2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60" name="Google Shape;260;g2ec27dbe2bc_0_2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bg>
      <p:bgPr>
        <a:solidFill>
          <a:schemeClr val="accent6"/>
        </a:solidFill>
      </p:bgPr>
    </p:bg>
    <p:spTree>
      <p:nvGrpSpPr>
        <p:cNvPr id="9" name="Shape 9"/>
        <p:cNvGrpSpPr/>
        <p:nvPr/>
      </p:nvGrpSpPr>
      <p:grpSpPr>
        <a:xfrm>
          <a:off x="0" y="0"/>
          <a:ext cx="0" cy="0"/>
          <a:chOff x="0" y="0"/>
          <a:chExt cx="0" cy="0"/>
        </a:xfrm>
      </p:grpSpPr>
      <p:sp>
        <p:nvSpPr>
          <p:cNvPr id="10" name="Google Shape;10;p2"/>
          <p:cNvSpPr/>
          <p:nvPr/>
        </p:nvSpPr>
        <p:spPr>
          <a:xfrm>
            <a:off x="31" y="2824500"/>
            <a:ext cx="7370400" cy="2319000"/>
          </a:xfrm>
          <a:prstGeom prst="rtTriangle">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 name="Google Shape;11;p2"/>
          <p:cNvSpPr/>
          <p:nvPr/>
        </p:nvSpPr>
        <p:spPr>
          <a:xfrm flipH="1">
            <a:off x="3582600" y="1550700"/>
            <a:ext cx="5561400" cy="3592800"/>
          </a:xfrm>
          <a:prstGeom prst="rtTriangle">
            <a:avLst/>
          </a:pr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 name="Google Shape;12;p2"/>
          <p:cNvSpPr/>
          <p:nvPr/>
        </p:nvSpPr>
        <p:spPr>
          <a:xfrm rot="10800000">
            <a:off x="5058905" y="0"/>
            <a:ext cx="4085100" cy="2052600"/>
          </a:xfrm>
          <a:prstGeom prst="rtTriangle">
            <a:avLst/>
          </a:pr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 name="Google Shape;13;p2"/>
          <p:cNvSpPr/>
          <p:nvPr/>
        </p:nvSpPr>
        <p:spPr>
          <a:xfrm>
            <a:off x="203275" y="206250"/>
            <a:ext cx="8737500" cy="4731000"/>
          </a:xfrm>
          <a:prstGeom prst="rect">
            <a:avLst/>
          </a:prstGeom>
          <a:solidFill>
            <a:schemeClr val="dk1"/>
          </a:solidFill>
          <a:ln>
            <a:noFill/>
          </a:ln>
          <a:effectLst>
            <a:outerShdw blurRad="228600" sx="101000" rotWithShape="0" algn="ctr" sy="101000">
              <a:srgbClr val="000000">
                <a:alpha val="400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14" name="Google Shape;14;p2"/>
          <p:cNvGrpSpPr/>
          <p:nvPr/>
        </p:nvGrpSpPr>
        <p:grpSpPr>
          <a:xfrm>
            <a:off x="255200" y="592"/>
            <a:ext cx="2250363" cy="1044300"/>
            <a:chOff x="255200" y="592"/>
            <a:chExt cx="2250363" cy="1044300"/>
          </a:xfrm>
        </p:grpSpPr>
        <p:sp>
          <p:nvSpPr>
            <p:cNvPr id="15" name="Google Shape;15;p2"/>
            <p:cNvSpPr/>
            <p:nvPr/>
          </p:nvSpPr>
          <p:spPr>
            <a:xfrm>
              <a:off x="764063" y="592"/>
              <a:ext cx="1741500" cy="1044300"/>
            </a:xfrm>
            <a:prstGeom prst="parallelogram">
              <a:avLst>
                <a:gd fmla="val 153193" name="adj"/>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 name="Google Shape;16;p2"/>
            <p:cNvSpPr/>
            <p:nvPr/>
          </p:nvSpPr>
          <p:spPr>
            <a:xfrm>
              <a:off x="509632" y="592"/>
              <a:ext cx="1741500" cy="1044300"/>
            </a:xfrm>
            <a:prstGeom prst="parallelogram">
              <a:avLst>
                <a:gd fmla="val 153193" name="adj"/>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 name="Google Shape;17;p2"/>
            <p:cNvSpPr/>
            <p:nvPr/>
          </p:nvSpPr>
          <p:spPr>
            <a:xfrm>
              <a:off x="255200" y="592"/>
              <a:ext cx="1741500" cy="1044300"/>
            </a:xfrm>
            <a:prstGeom prst="parallelogram">
              <a:avLst>
                <a:gd fmla="val 153193" name="adj"/>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8" name="Google Shape;18;p2"/>
          <p:cNvGrpSpPr/>
          <p:nvPr/>
        </p:nvGrpSpPr>
        <p:grpSpPr>
          <a:xfrm>
            <a:off x="905395" y="592"/>
            <a:ext cx="2250363" cy="1044300"/>
            <a:chOff x="905395" y="592"/>
            <a:chExt cx="2250363" cy="1044300"/>
          </a:xfrm>
        </p:grpSpPr>
        <p:sp>
          <p:nvSpPr>
            <p:cNvPr id="19" name="Google Shape;19;p2"/>
            <p:cNvSpPr/>
            <p:nvPr/>
          </p:nvSpPr>
          <p:spPr>
            <a:xfrm>
              <a:off x="1414258" y="592"/>
              <a:ext cx="1741500" cy="1044300"/>
            </a:xfrm>
            <a:prstGeom prst="parallelogram">
              <a:avLst>
                <a:gd fmla="val 153193" name="adj"/>
              </a:avLst>
            </a:prstGeom>
            <a:solidFill>
              <a:schemeClr val="accent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 name="Google Shape;20;p2"/>
            <p:cNvSpPr/>
            <p:nvPr/>
          </p:nvSpPr>
          <p:spPr>
            <a:xfrm>
              <a:off x="1159826" y="592"/>
              <a:ext cx="1741500" cy="1044300"/>
            </a:xfrm>
            <a:prstGeom prst="parallelogram">
              <a:avLst>
                <a:gd fmla="val 153193" name="adj"/>
              </a:avLst>
            </a:prstGeom>
            <a:solidFill>
              <a:schemeClr val="accent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 name="Google Shape;21;p2"/>
            <p:cNvSpPr/>
            <p:nvPr/>
          </p:nvSpPr>
          <p:spPr>
            <a:xfrm>
              <a:off x="905395" y="592"/>
              <a:ext cx="1741500" cy="1044300"/>
            </a:xfrm>
            <a:prstGeom prst="parallelogram">
              <a:avLst>
                <a:gd fmla="val 153193" name="adj"/>
              </a:avLst>
            </a:prstGeom>
            <a:solidFill>
              <a:schemeClr val="accent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22" name="Google Shape;22;p2"/>
          <p:cNvGrpSpPr/>
          <p:nvPr/>
        </p:nvGrpSpPr>
        <p:grpSpPr>
          <a:xfrm>
            <a:off x="7057468" y="5088"/>
            <a:ext cx="1851282" cy="752108"/>
            <a:chOff x="6917201" y="0"/>
            <a:chExt cx="2227777" cy="863400"/>
          </a:xfrm>
        </p:grpSpPr>
        <p:sp>
          <p:nvSpPr>
            <p:cNvPr id="23" name="Google Shape;23;p2"/>
            <p:cNvSpPr/>
            <p:nvPr/>
          </p:nvSpPr>
          <p:spPr>
            <a:xfrm>
              <a:off x="7641677" y="0"/>
              <a:ext cx="1503300" cy="863400"/>
            </a:xfrm>
            <a:prstGeom prst="parallelogram">
              <a:avLst>
                <a:gd fmla="val 158024" name="adj"/>
              </a:avLst>
            </a:pr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 name="Google Shape;24;p2"/>
            <p:cNvSpPr/>
            <p:nvPr/>
          </p:nvSpPr>
          <p:spPr>
            <a:xfrm>
              <a:off x="7279439" y="0"/>
              <a:ext cx="1503300" cy="863400"/>
            </a:xfrm>
            <a:prstGeom prst="parallelogram">
              <a:avLst>
                <a:gd fmla="val 158024" name="adj"/>
              </a:avLst>
            </a:pr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 name="Google Shape;25;p2"/>
            <p:cNvSpPr/>
            <p:nvPr/>
          </p:nvSpPr>
          <p:spPr>
            <a:xfrm>
              <a:off x="6917201" y="0"/>
              <a:ext cx="1503300" cy="863400"/>
            </a:xfrm>
            <a:prstGeom prst="parallelogram">
              <a:avLst>
                <a:gd fmla="val 158024" name="adj"/>
              </a:avLst>
            </a:pr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26" name="Google Shape;26;p2"/>
          <p:cNvGrpSpPr/>
          <p:nvPr/>
        </p:nvGrpSpPr>
        <p:grpSpPr>
          <a:xfrm>
            <a:off x="6553032" y="4217852"/>
            <a:ext cx="2389068" cy="925737"/>
            <a:chOff x="6917201" y="0"/>
            <a:chExt cx="2227777" cy="863400"/>
          </a:xfrm>
        </p:grpSpPr>
        <p:sp>
          <p:nvSpPr>
            <p:cNvPr id="27" name="Google Shape;27;p2"/>
            <p:cNvSpPr/>
            <p:nvPr/>
          </p:nvSpPr>
          <p:spPr>
            <a:xfrm>
              <a:off x="7641677" y="0"/>
              <a:ext cx="1503300" cy="863400"/>
            </a:xfrm>
            <a:prstGeom prst="parallelogram">
              <a:avLst>
                <a:gd fmla="val 158024" name="adj"/>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 name="Google Shape;28;p2"/>
            <p:cNvSpPr/>
            <p:nvPr/>
          </p:nvSpPr>
          <p:spPr>
            <a:xfrm>
              <a:off x="7279439" y="0"/>
              <a:ext cx="1503300" cy="863400"/>
            </a:xfrm>
            <a:prstGeom prst="parallelogram">
              <a:avLst>
                <a:gd fmla="val 158024" name="adj"/>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 name="Google Shape;29;p2"/>
            <p:cNvSpPr/>
            <p:nvPr/>
          </p:nvSpPr>
          <p:spPr>
            <a:xfrm>
              <a:off x="6917201" y="0"/>
              <a:ext cx="1503300" cy="863400"/>
            </a:xfrm>
            <a:prstGeom prst="parallelogram">
              <a:avLst>
                <a:gd fmla="val 158024" name="adj"/>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30" name="Google Shape;30;p2"/>
          <p:cNvGrpSpPr/>
          <p:nvPr/>
        </p:nvGrpSpPr>
        <p:grpSpPr>
          <a:xfrm>
            <a:off x="199149" y="4055652"/>
            <a:ext cx="2795414" cy="1083308"/>
            <a:chOff x="6917201" y="0"/>
            <a:chExt cx="2227777" cy="863400"/>
          </a:xfrm>
        </p:grpSpPr>
        <p:sp>
          <p:nvSpPr>
            <p:cNvPr id="31" name="Google Shape;31;p2"/>
            <p:cNvSpPr/>
            <p:nvPr/>
          </p:nvSpPr>
          <p:spPr>
            <a:xfrm>
              <a:off x="7641677" y="0"/>
              <a:ext cx="1503300" cy="863400"/>
            </a:xfrm>
            <a:prstGeom prst="parallelogram">
              <a:avLst>
                <a:gd fmla="val 158024" name="adj"/>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 name="Google Shape;32;p2"/>
            <p:cNvSpPr/>
            <p:nvPr/>
          </p:nvSpPr>
          <p:spPr>
            <a:xfrm>
              <a:off x="7279439" y="0"/>
              <a:ext cx="1503300" cy="863400"/>
            </a:xfrm>
            <a:prstGeom prst="parallelogram">
              <a:avLst>
                <a:gd fmla="val 158024" name="adj"/>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 name="Google Shape;33;p2"/>
            <p:cNvSpPr/>
            <p:nvPr/>
          </p:nvSpPr>
          <p:spPr>
            <a:xfrm>
              <a:off x="6917201" y="0"/>
              <a:ext cx="1503300" cy="863400"/>
            </a:xfrm>
            <a:prstGeom prst="parallelogram">
              <a:avLst>
                <a:gd fmla="val 158024" name="adj"/>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34" name="Google Shape;34;p2"/>
          <p:cNvSpPr txBox="1"/>
          <p:nvPr>
            <p:ph type="ctrTitle"/>
          </p:nvPr>
        </p:nvSpPr>
        <p:spPr>
          <a:xfrm>
            <a:off x="1858703" y="1822833"/>
            <a:ext cx="5361300" cy="1448100"/>
          </a:xfrm>
          <a:prstGeom prst="rect">
            <a:avLst/>
          </a:prstGeom>
        </p:spPr>
        <p:txBody>
          <a:bodyPr anchorCtr="0" anchor="ctr" bIns="91425" lIns="91425" spcFirstLastPara="1" rIns="91425" wrap="square" tIns="91425">
            <a:normAutofit/>
          </a:bodyPr>
          <a:lstStyle>
            <a:lvl1pPr lvl="0" algn="ctr">
              <a:spcBef>
                <a:spcPts val="0"/>
              </a:spcBef>
              <a:spcAft>
                <a:spcPts val="0"/>
              </a:spcAft>
              <a:buSzPts val="3800"/>
              <a:buNone/>
              <a:defRPr sz="3800"/>
            </a:lvl1pPr>
            <a:lvl2pPr lvl="1" algn="ctr">
              <a:spcBef>
                <a:spcPts val="0"/>
              </a:spcBef>
              <a:spcAft>
                <a:spcPts val="0"/>
              </a:spcAft>
              <a:buSzPts val="3800"/>
              <a:buNone/>
              <a:defRPr sz="3800"/>
            </a:lvl2pPr>
            <a:lvl3pPr lvl="2" algn="ctr">
              <a:spcBef>
                <a:spcPts val="0"/>
              </a:spcBef>
              <a:spcAft>
                <a:spcPts val="0"/>
              </a:spcAft>
              <a:buSzPts val="3800"/>
              <a:buNone/>
              <a:defRPr sz="3800"/>
            </a:lvl3pPr>
            <a:lvl4pPr lvl="3" algn="ctr">
              <a:spcBef>
                <a:spcPts val="0"/>
              </a:spcBef>
              <a:spcAft>
                <a:spcPts val="0"/>
              </a:spcAft>
              <a:buSzPts val="3800"/>
              <a:buNone/>
              <a:defRPr sz="3800"/>
            </a:lvl4pPr>
            <a:lvl5pPr lvl="4" algn="ctr">
              <a:spcBef>
                <a:spcPts val="0"/>
              </a:spcBef>
              <a:spcAft>
                <a:spcPts val="0"/>
              </a:spcAft>
              <a:buSzPts val="3800"/>
              <a:buNone/>
              <a:defRPr sz="3800"/>
            </a:lvl5pPr>
            <a:lvl6pPr lvl="5" algn="ctr">
              <a:spcBef>
                <a:spcPts val="0"/>
              </a:spcBef>
              <a:spcAft>
                <a:spcPts val="0"/>
              </a:spcAft>
              <a:buSzPts val="3800"/>
              <a:buNone/>
              <a:defRPr sz="3800"/>
            </a:lvl6pPr>
            <a:lvl7pPr lvl="6" algn="ctr">
              <a:spcBef>
                <a:spcPts val="0"/>
              </a:spcBef>
              <a:spcAft>
                <a:spcPts val="0"/>
              </a:spcAft>
              <a:buSzPts val="3800"/>
              <a:buNone/>
              <a:defRPr sz="3800"/>
            </a:lvl7pPr>
            <a:lvl8pPr lvl="7" algn="ctr">
              <a:spcBef>
                <a:spcPts val="0"/>
              </a:spcBef>
              <a:spcAft>
                <a:spcPts val="0"/>
              </a:spcAft>
              <a:buSzPts val="3800"/>
              <a:buNone/>
              <a:defRPr sz="3800"/>
            </a:lvl8pPr>
            <a:lvl9pPr lvl="8" algn="ctr">
              <a:spcBef>
                <a:spcPts val="0"/>
              </a:spcBef>
              <a:spcAft>
                <a:spcPts val="0"/>
              </a:spcAft>
              <a:buSzPts val="3800"/>
              <a:buNone/>
              <a:defRPr sz="3800"/>
            </a:lvl9pPr>
          </a:lstStyle>
          <a:p/>
        </p:txBody>
      </p:sp>
      <p:sp>
        <p:nvSpPr>
          <p:cNvPr id="35" name="Google Shape;35;p2"/>
          <p:cNvSpPr txBox="1"/>
          <p:nvPr>
            <p:ph idx="1" type="subTitle"/>
          </p:nvPr>
        </p:nvSpPr>
        <p:spPr>
          <a:xfrm>
            <a:off x="1858700" y="3413158"/>
            <a:ext cx="5361300" cy="5226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Clr>
                <a:schemeClr val="lt1"/>
              </a:buClr>
              <a:buSzPts val="1600"/>
              <a:buNone/>
              <a:defRPr sz="1600">
                <a:solidFill>
                  <a:schemeClr val="lt1"/>
                </a:solidFill>
              </a:defRPr>
            </a:lvl1pPr>
            <a:lvl2pPr lvl="1" algn="ctr">
              <a:lnSpc>
                <a:spcPct val="100000"/>
              </a:lnSpc>
              <a:spcBef>
                <a:spcPts val="0"/>
              </a:spcBef>
              <a:spcAft>
                <a:spcPts val="0"/>
              </a:spcAft>
              <a:buClr>
                <a:schemeClr val="lt1"/>
              </a:buClr>
              <a:buSzPts val="1600"/>
              <a:buNone/>
              <a:defRPr sz="1600">
                <a:solidFill>
                  <a:schemeClr val="lt1"/>
                </a:solidFill>
              </a:defRPr>
            </a:lvl2pPr>
            <a:lvl3pPr lvl="2" algn="ctr">
              <a:lnSpc>
                <a:spcPct val="100000"/>
              </a:lnSpc>
              <a:spcBef>
                <a:spcPts val="0"/>
              </a:spcBef>
              <a:spcAft>
                <a:spcPts val="0"/>
              </a:spcAft>
              <a:buClr>
                <a:schemeClr val="lt1"/>
              </a:buClr>
              <a:buSzPts val="1600"/>
              <a:buNone/>
              <a:defRPr sz="1600">
                <a:solidFill>
                  <a:schemeClr val="lt1"/>
                </a:solidFill>
              </a:defRPr>
            </a:lvl3pPr>
            <a:lvl4pPr lvl="3" algn="ctr">
              <a:lnSpc>
                <a:spcPct val="100000"/>
              </a:lnSpc>
              <a:spcBef>
                <a:spcPts val="0"/>
              </a:spcBef>
              <a:spcAft>
                <a:spcPts val="0"/>
              </a:spcAft>
              <a:buClr>
                <a:schemeClr val="lt1"/>
              </a:buClr>
              <a:buSzPts val="1600"/>
              <a:buNone/>
              <a:defRPr sz="1600">
                <a:solidFill>
                  <a:schemeClr val="lt1"/>
                </a:solidFill>
              </a:defRPr>
            </a:lvl4pPr>
            <a:lvl5pPr lvl="4" algn="ctr">
              <a:lnSpc>
                <a:spcPct val="100000"/>
              </a:lnSpc>
              <a:spcBef>
                <a:spcPts val="0"/>
              </a:spcBef>
              <a:spcAft>
                <a:spcPts val="0"/>
              </a:spcAft>
              <a:buClr>
                <a:schemeClr val="lt1"/>
              </a:buClr>
              <a:buSzPts val="1600"/>
              <a:buNone/>
              <a:defRPr sz="1600">
                <a:solidFill>
                  <a:schemeClr val="lt1"/>
                </a:solidFill>
              </a:defRPr>
            </a:lvl5pPr>
            <a:lvl6pPr lvl="5" algn="ctr">
              <a:lnSpc>
                <a:spcPct val="100000"/>
              </a:lnSpc>
              <a:spcBef>
                <a:spcPts val="0"/>
              </a:spcBef>
              <a:spcAft>
                <a:spcPts val="0"/>
              </a:spcAft>
              <a:buClr>
                <a:schemeClr val="lt1"/>
              </a:buClr>
              <a:buSzPts val="1600"/>
              <a:buNone/>
              <a:defRPr sz="1600">
                <a:solidFill>
                  <a:schemeClr val="lt1"/>
                </a:solidFill>
              </a:defRPr>
            </a:lvl6pPr>
            <a:lvl7pPr lvl="6" algn="ctr">
              <a:lnSpc>
                <a:spcPct val="100000"/>
              </a:lnSpc>
              <a:spcBef>
                <a:spcPts val="0"/>
              </a:spcBef>
              <a:spcAft>
                <a:spcPts val="0"/>
              </a:spcAft>
              <a:buClr>
                <a:schemeClr val="lt1"/>
              </a:buClr>
              <a:buSzPts val="1600"/>
              <a:buNone/>
              <a:defRPr sz="1600">
                <a:solidFill>
                  <a:schemeClr val="lt1"/>
                </a:solidFill>
              </a:defRPr>
            </a:lvl7pPr>
            <a:lvl8pPr lvl="7" algn="ctr">
              <a:lnSpc>
                <a:spcPct val="100000"/>
              </a:lnSpc>
              <a:spcBef>
                <a:spcPts val="0"/>
              </a:spcBef>
              <a:spcAft>
                <a:spcPts val="0"/>
              </a:spcAft>
              <a:buClr>
                <a:schemeClr val="lt1"/>
              </a:buClr>
              <a:buSzPts val="1600"/>
              <a:buNone/>
              <a:defRPr sz="1600">
                <a:solidFill>
                  <a:schemeClr val="lt1"/>
                </a:solidFill>
              </a:defRPr>
            </a:lvl8pPr>
            <a:lvl9pPr lvl="8" algn="ctr">
              <a:lnSpc>
                <a:spcPct val="100000"/>
              </a:lnSpc>
              <a:spcBef>
                <a:spcPts val="0"/>
              </a:spcBef>
              <a:spcAft>
                <a:spcPts val="0"/>
              </a:spcAft>
              <a:buClr>
                <a:schemeClr val="lt1"/>
              </a:buClr>
              <a:buSzPts val="1600"/>
              <a:buNone/>
              <a:defRPr sz="1600">
                <a:solidFill>
                  <a:schemeClr val="lt1"/>
                </a:solidFill>
              </a:defRPr>
            </a:lvl9pPr>
          </a:lstStyle>
          <a:p/>
        </p:txBody>
      </p:sp>
      <p:sp>
        <p:nvSpPr>
          <p:cNvPr id="36" name="Google Shape;36;p2"/>
          <p:cNvSpPr txBox="1"/>
          <p:nvPr>
            <p:ph idx="12" type="sldNum"/>
          </p:nvPr>
        </p:nvSpPr>
        <p:spPr>
          <a:xfrm>
            <a:off x="8390734" y="4543668"/>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bg>
      <p:bgPr>
        <a:solidFill>
          <a:schemeClr val="accent3"/>
        </a:solidFill>
      </p:bgPr>
    </p:bg>
    <p:spTree>
      <p:nvGrpSpPr>
        <p:cNvPr id="37" name="Shape 37"/>
        <p:cNvGrpSpPr/>
        <p:nvPr/>
      </p:nvGrpSpPr>
      <p:grpSpPr>
        <a:xfrm>
          <a:off x="0" y="0"/>
          <a:ext cx="0" cy="0"/>
          <a:chOff x="0" y="0"/>
          <a:chExt cx="0" cy="0"/>
        </a:xfrm>
      </p:grpSpPr>
      <p:sp>
        <p:nvSpPr>
          <p:cNvPr id="38" name="Google Shape;38;p3"/>
          <p:cNvSpPr/>
          <p:nvPr/>
        </p:nvSpPr>
        <p:spPr>
          <a:xfrm flipH="1">
            <a:off x="4757100" y="2309400"/>
            <a:ext cx="4386900" cy="2834100"/>
          </a:xfrm>
          <a:prstGeom prst="rtTriangle">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39" name="Google Shape;39;p3"/>
          <p:cNvGrpSpPr/>
          <p:nvPr/>
        </p:nvGrpSpPr>
        <p:grpSpPr>
          <a:xfrm>
            <a:off x="5594191" y="3961115"/>
            <a:ext cx="2910145" cy="1182340"/>
            <a:chOff x="6917201" y="0"/>
            <a:chExt cx="2227777" cy="863400"/>
          </a:xfrm>
        </p:grpSpPr>
        <p:sp>
          <p:nvSpPr>
            <p:cNvPr id="40" name="Google Shape;40;p3"/>
            <p:cNvSpPr/>
            <p:nvPr/>
          </p:nvSpPr>
          <p:spPr>
            <a:xfrm>
              <a:off x="7641677" y="0"/>
              <a:ext cx="1503300" cy="863400"/>
            </a:xfrm>
            <a:prstGeom prst="parallelogram">
              <a:avLst>
                <a:gd fmla="val 158024" name="adj"/>
              </a:avLst>
            </a:pr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 name="Google Shape;41;p3"/>
            <p:cNvSpPr/>
            <p:nvPr/>
          </p:nvSpPr>
          <p:spPr>
            <a:xfrm>
              <a:off x="7279439" y="0"/>
              <a:ext cx="1503300" cy="863400"/>
            </a:xfrm>
            <a:prstGeom prst="parallelogram">
              <a:avLst>
                <a:gd fmla="val 158024" name="adj"/>
              </a:avLst>
            </a:pr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2" name="Google Shape;42;p3"/>
            <p:cNvSpPr/>
            <p:nvPr/>
          </p:nvSpPr>
          <p:spPr>
            <a:xfrm>
              <a:off x="6917201" y="0"/>
              <a:ext cx="1503300" cy="863400"/>
            </a:xfrm>
            <a:prstGeom prst="parallelogram">
              <a:avLst>
                <a:gd fmla="val 158024" name="adj"/>
              </a:avLst>
            </a:pr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43" name="Google Shape;43;p3"/>
          <p:cNvGrpSpPr/>
          <p:nvPr/>
        </p:nvGrpSpPr>
        <p:grpSpPr>
          <a:xfrm>
            <a:off x="199149" y="2"/>
            <a:ext cx="2795414" cy="1083308"/>
            <a:chOff x="6917201" y="0"/>
            <a:chExt cx="2227777" cy="863400"/>
          </a:xfrm>
        </p:grpSpPr>
        <p:sp>
          <p:nvSpPr>
            <p:cNvPr id="44" name="Google Shape;44;p3"/>
            <p:cNvSpPr/>
            <p:nvPr/>
          </p:nvSpPr>
          <p:spPr>
            <a:xfrm>
              <a:off x="7641677" y="0"/>
              <a:ext cx="1503300" cy="863400"/>
            </a:xfrm>
            <a:prstGeom prst="parallelogram">
              <a:avLst>
                <a:gd fmla="val 158024" name="adj"/>
              </a:avLst>
            </a:pr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5" name="Google Shape;45;p3"/>
            <p:cNvSpPr/>
            <p:nvPr/>
          </p:nvSpPr>
          <p:spPr>
            <a:xfrm>
              <a:off x="7279439" y="0"/>
              <a:ext cx="1503300" cy="863400"/>
            </a:xfrm>
            <a:prstGeom prst="parallelogram">
              <a:avLst>
                <a:gd fmla="val 158024" name="adj"/>
              </a:avLst>
            </a:pr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6" name="Google Shape;46;p3"/>
            <p:cNvSpPr/>
            <p:nvPr/>
          </p:nvSpPr>
          <p:spPr>
            <a:xfrm>
              <a:off x="6917201" y="0"/>
              <a:ext cx="1503300" cy="863400"/>
            </a:xfrm>
            <a:prstGeom prst="parallelogram">
              <a:avLst>
                <a:gd fmla="val 158024" name="adj"/>
              </a:avLst>
            </a:pr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47" name="Google Shape;47;p3"/>
          <p:cNvSpPr txBox="1"/>
          <p:nvPr>
            <p:ph type="title"/>
          </p:nvPr>
        </p:nvSpPr>
        <p:spPr>
          <a:xfrm>
            <a:off x="1888684" y="1746100"/>
            <a:ext cx="5377500" cy="1646100"/>
          </a:xfrm>
          <a:prstGeom prst="rect">
            <a:avLst/>
          </a:prstGeom>
        </p:spPr>
        <p:txBody>
          <a:bodyPr anchorCtr="0" anchor="ctr" bIns="91425" lIns="91425" spcFirstLastPara="1" rIns="91425" wrap="square" tIns="91425">
            <a:normAutofit/>
          </a:bodyPr>
          <a:lstStyle>
            <a:lvl1pPr lvl="0" algn="ctr">
              <a:spcBef>
                <a:spcPts val="0"/>
              </a:spcBef>
              <a:spcAft>
                <a:spcPts val="0"/>
              </a:spcAft>
              <a:buClr>
                <a:schemeClr val="dk2"/>
              </a:buClr>
              <a:buSzPts val="3200"/>
              <a:buNone/>
              <a:defRPr sz="3200">
                <a:solidFill>
                  <a:schemeClr val="dk2"/>
                </a:solidFill>
              </a:defRPr>
            </a:lvl1pPr>
            <a:lvl2pPr lvl="1" algn="ctr">
              <a:spcBef>
                <a:spcPts val="0"/>
              </a:spcBef>
              <a:spcAft>
                <a:spcPts val="0"/>
              </a:spcAft>
              <a:buClr>
                <a:schemeClr val="dk2"/>
              </a:buClr>
              <a:buSzPts val="3200"/>
              <a:buNone/>
              <a:defRPr sz="3200">
                <a:solidFill>
                  <a:schemeClr val="dk2"/>
                </a:solidFill>
              </a:defRPr>
            </a:lvl2pPr>
            <a:lvl3pPr lvl="2" algn="ctr">
              <a:spcBef>
                <a:spcPts val="0"/>
              </a:spcBef>
              <a:spcAft>
                <a:spcPts val="0"/>
              </a:spcAft>
              <a:buClr>
                <a:schemeClr val="dk2"/>
              </a:buClr>
              <a:buSzPts val="3200"/>
              <a:buNone/>
              <a:defRPr sz="3200">
                <a:solidFill>
                  <a:schemeClr val="dk2"/>
                </a:solidFill>
              </a:defRPr>
            </a:lvl3pPr>
            <a:lvl4pPr lvl="3" algn="ctr">
              <a:spcBef>
                <a:spcPts val="0"/>
              </a:spcBef>
              <a:spcAft>
                <a:spcPts val="0"/>
              </a:spcAft>
              <a:buClr>
                <a:schemeClr val="dk2"/>
              </a:buClr>
              <a:buSzPts val="3200"/>
              <a:buNone/>
              <a:defRPr sz="3200">
                <a:solidFill>
                  <a:schemeClr val="dk2"/>
                </a:solidFill>
              </a:defRPr>
            </a:lvl4pPr>
            <a:lvl5pPr lvl="4" algn="ctr">
              <a:spcBef>
                <a:spcPts val="0"/>
              </a:spcBef>
              <a:spcAft>
                <a:spcPts val="0"/>
              </a:spcAft>
              <a:buClr>
                <a:schemeClr val="dk2"/>
              </a:buClr>
              <a:buSzPts val="3200"/>
              <a:buNone/>
              <a:defRPr sz="3200">
                <a:solidFill>
                  <a:schemeClr val="dk2"/>
                </a:solidFill>
              </a:defRPr>
            </a:lvl5pPr>
            <a:lvl6pPr lvl="5" algn="ctr">
              <a:spcBef>
                <a:spcPts val="0"/>
              </a:spcBef>
              <a:spcAft>
                <a:spcPts val="0"/>
              </a:spcAft>
              <a:buClr>
                <a:schemeClr val="dk2"/>
              </a:buClr>
              <a:buSzPts val="3200"/>
              <a:buNone/>
              <a:defRPr sz="3200">
                <a:solidFill>
                  <a:schemeClr val="dk2"/>
                </a:solidFill>
              </a:defRPr>
            </a:lvl6pPr>
            <a:lvl7pPr lvl="6" algn="ctr">
              <a:spcBef>
                <a:spcPts val="0"/>
              </a:spcBef>
              <a:spcAft>
                <a:spcPts val="0"/>
              </a:spcAft>
              <a:buClr>
                <a:schemeClr val="dk2"/>
              </a:buClr>
              <a:buSzPts val="3200"/>
              <a:buNone/>
              <a:defRPr sz="3200">
                <a:solidFill>
                  <a:schemeClr val="dk2"/>
                </a:solidFill>
              </a:defRPr>
            </a:lvl7pPr>
            <a:lvl8pPr lvl="7" algn="ctr">
              <a:spcBef>
                <a:spcPts val="0"/>
              </a:spcBef>
              <a:spcAft>
                <a:spcPts val="0"/>
              </a:spcAft>
              <a:buClr>
                <a:schemeClr val="dk2"/>
              </a:buClr>
              <a:buSzPts val="3200"/>
              <a:buNone/>
              <a:defRPr sz="3200">
                <a:solidFill>
                  <a:schemeClr val="dk2"/>
                </a:solidFill>
              </a:defRPr>
            </a:lvl8pPr>
            <a:lvl9pPr lvl="8" algn="ctr">
              <a:spcBef>
                <a:spcPts val="0"/>
              </a:spcBef>
              <a:spcAft>
                <a:spcPts val="0"/>
              </a:spcAft>
              <a:buClr>
                <a:schemeClr val="dk2"/>
              </a:buClr>
              <a:buSzPts val="3200"/>
              <a:buNone/>
              <a:defRPr sz="3200">
                <a:solidFill>
                  <a:schemeClr val="dk2"/>
                </a:solidFill>
              </a:defRPr>
            </a:lvl9pPr>
          </a:lstStyle>
          <a:p/>
        </p:txBody>
      </p:sp>
      <p:sp>
        <p:nvSpPr>
          <p:cNvPr id="48" name="Google Shape;48;p3"/>
          <p:cNvSpPr txBox="1"/>
          <p:nvPr>
            <p:ph idx="12" type="sldNum"/>
          </p:nvPr>
        </p:nvSpPr>
        <p:spPr>
          <a:xfrm>
            <a:off x="8390734" y="4543668"/>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bg>
      <p:bgPr>
        <a:solidFill>
          <a:schemeClr val="dk2"/>
        </a:solidFill>
      </p:bgPr>
    </p:bg>
    <p:spTree>
      <p:nvGrpSpPr>
        <p:cNvPr id="49" name="Shape 49"/>
        <p:cNvGrpSpPr/>
        <p:nvPr/>
      </p:nvGrpSpPr>
      <p:grpSpPr>
        <a:xfrm>
          <a:off x="0" y="0"/>
          <a:ext cx="0" cy="0"/>
          <a:chOff x="0" y="0"/>
          <a:chExt cx="0" cy="0"/>
        </a:xfrm>
      </p:grpSpPr>
      <p:sp>
        <p:nvSpPr>
          <p:cNvPr id="50" name="Google Shape;50;p4"/>
          <p:cNvSpPr/>
          <p:nvPr/>
        </p:nvSpPr>
        <p:spPr>
          <a:xfrm flipH="1">
            <a:off x="3582600" y="1550700"/>
            <a:ext cx="5561400" cy="3592800"/>
          </a:xfrm>
          <a:prstGeom prst="rtTriangle">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1" name="Google Shape;51;p4"/>
          <p:cNvSpPr/>
          <p:nvPr/>
        </p:nvSpPr>
        <p:spPr>
          <a:xfrm>
            <a:off x="31" y="2824500"/>
            <a:ext cx="7370400" cy="2319000"/>
          </a:xfrm>
          <a:prstGeom prst="rtTriangle">
            <a:avLst/>
          </a:pr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2" name="Google Shape;52;p4"/>
          <p:cNvSpPr/>
          <p:nvPr/>
        </p:nvSpPr>
        <p:spPr>
          <a:xfrm>
            <a:off x="203225" y="206250"/>
            <a:ext cx="8737500" cy="4731000"/>
          </a:xfrm>
          <a:prstGeom prst="rect">
            <a:avLst/>
          </a:prstGeom>
          <a:solidFill>
            <a:schemeClr val="dk1"/>
          </a:solidFill>
          <a:ln>
            <a:noFill/>
          </a:ln>
          <a:effectLst>
            <a:outerShdw blurRad="228600" sx="101000" rotWithShape="0" algn="ctr" sy="101000">
              <a:srgbClr val="000000">
                <a:alpha val="400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3" name="Google Shape;53;p4"/>
          <p:cNvSpPr txBox="1"/>
          <p:nvPr>
            <p:ph type="title"/>
          </p:nvPr>
        </p:nvSpPr>
        <p:spPr>
          <a:xfrm>
            <a:off x="819150" y="845600"/>
            <a:ext cx="7505700" cy="954600"/>
          </a:xfrm>
          <a:prstGeom prst="rect">
            <a:avLst/>
          </a:prstGeom>
        </p:spPr>
        <p:txBody>
          <a:bodyPr anchorCtr="0" anchor="t" bIns="91425" lIns="91425" spcFirstLastPara="1" rIns="91425" wrap="square" tIns="91425">
            <a:normAutofit/>
          </a:bodyPr>
          <a:lstStyle>
            <a:lvl1pPr lvl="0">
              <a:spcBef>
                <a:spcPts val="0"/>
              </a:spcBef>
              <a:spcAft>
                <a:spcPts val="0"/>
              </a:spcAft>
              <a:buSzPts val="3000"/>
              <a:buNone/>
              <a:defRPr sz="3000"/>
            </a:lvl1pPr>
            <a:lvl2pPr lvl="1">
              <a:spcBef>
                <a:spcPts val="0"/>
              </a:spcBef>
              <a:spcAft>
                <a:spcPts val="0"/>
              </a:spcAft>
              <a:buSzPts val="3000"/>
              <a:buNone/>
              <a:defRPr sz="3000"/>
            </a:lvl2pPr>
            <a:lvl3pPr lvl="2">
              <a:spcBef>
                <a:spcPts val="0"/>
              </a:spcBef>
              <a:spcAft>
                <a:spcPts val="0"/>
              </a:spcAft>
              <a:buSzPts val="3000"/>
              <a:buNone/>
              <a:defRPr sz="3000"/>
            </a:lvl3pPr>
            <a:lvl4pPr lvl="3">
              <a:spcBef>
                <a:spcPts val="0"/>
              </a:spcBef>
              <a:spcAft>
                <a:spcPts val="0"/>
              </a:spcAft>
              <a:buSzPts val="3000"/>
              <a:buNone/>
              <a:defRPr sz="3000"/>
            </a:lvl4pPr>
            <a:lvl5pPr lvl="4">
              <a:spcBef>
                <a:spcPts val="0"/>
              </a:spcBef>
              <a:spcAft>
                <a:spcPts val="0"/>
              </a:spcAft>
              <a:buSzPts val="3000"/>
              <a:buNone/>
              <a:defRPr sz="3000"/>
            </a:lvl5pPr>
            <a:lvl6pPr lvl="5">
              <a:spcBef>
                <a:spcPts val="0"/>
              </a:spcBef>
              <a:spcAft>
                <a:spcPts val="0"/>
              </a:spcAft>
              <a:buSzPts val="3000"/>
              <a:buNone/>
              <a:defRPr sz="3000"/>
            </a:lvl6pPr>
            <a:lvl7pPr lvl="6">
              <a:spcBef>
                <a:spcPts val="0"/>
              </a:spcBef>
              <a:spcAft>
                <a:spcPts val="0"/>
              </a:spcAft>
              <a:buSzPts val="3000"/>
              <a:buNone/>
              <a:defRPr sz="3000"/>
            </a:lvl7pPr>
            <a:lvl8pPr lvl="7">
              <a:spcBef>
                <a:spcPts val="0"/>
              </a:spcBef>
              <a:spcAft>
                <a:spcPts val="0"/>
              </a:spcAft>
              <a:buSzPts val="3000"/>
              <a:buNone/>
              <a:defRPr sz="3000"/>
            </a:lvl8pPr>
            <a:lvl9pPr lvl="8">
              <a:spcBef>
                <a:spcPts val="0"/>
              </a:spcBef>
              <a:spcAft>
                <a:spcPts val="0"/>
              </a:spcAft>
              <a:buSzPts val="3000"/>
              <a:buNone/>
              <a:defRPr sz="3000"/>
            </a:lvl9pPr>
          </a:lstStyle>
          <a:p/>
        </p:txBody>
      </p:sp>
      <p:sp>
        <p:nvSpPr>
          <p:cNvPr id="54" name="Google Shape;54;p4"/>
          <p:cNvSpPr txBox="1"/>
          <p:nvPr>
            <p:ph idx="1" type="body"/>
          </p:nvPr>
        </p:nvSpPr>
        <p:spPr>
          <a:xfrm>
            <a:off x="819150" y="1990725"/>
            <a:ext cx="7505700" cy="2448000"/>
          </a:xfrm>
          <a:prstGeom prst="rect">
            <a:avLst/>
          </a:prstGeom>
        </p:spPr>
        <p:txBody>
          <a:bodyPr anchorCtr="0" anchor="t" bIns="91425" lIns="91425" spcFirstLastPara="1" rIns="91425" wrap="square" tIns="91425">
            <a:normAutofit/>
          </a:bodyPr>
          <a:lstStyle>
            <a:lvl1pPr indent="-311150" lvl="0" marL="457200">
              <a:spcBef>
                <a:spcPts val="0"/>
              </a:spcBef>
              <a:spcAft>
                <a:spcPts val="0"/>
              </a:spcAft>
              <a:buSzPts val="1300"/>
              <a:buChar char="●"/>
              <a:defRPr/>
            </a:lvl1pPr>
            <a:lvl2pPr indent="-298450" lvl="1" marL="914400">
              <a:spcBef>
                <a:spcPts val="0"/>
              </a:spcBef>
              <a:spcAft>
                <a:spcPts val="0"/>
              </a:spcAft>
              <a:buSzPts val="1100"/>
              <a:buChar char="○"/>
              <a:defRPr/>
            </a:lvl2pPr>
            <a:lvl3pPr indent="-298450" lvl="2" marL="1371600">
              <a:spcBef>
                <a:spcPts val="0"/>
              </a:spcBef>
              <a:spcAft>
                <a:spcPts val="0"/>
              </a:spcAft>
              <a:buSzPts val="1100"/>
              <a:buChar char="■"/>
              <a:defRPr/>
            </a:lvl3pPr>
            <a:lvl4pPr indent="-298450" lvl="3" marL="1828800">
              <a:spcBef>
                <a:spcPts val="0"/>
              </a:spcBef>
              <a:spcAft>
                <a:spcPts val="0"/>
              </a:spcAft>
              <a:buSzPts val="1100"/>
              <a:buChar char="●"/>
              <a:defRPr/>
            </a:lvl4pPr>
            <a:lvl5pPr indent="-298450" lvl="4" marL="2286000">
              <a:spcBef>
                <a:spcPts val="0"/>
              </a:spcBef>
              <a:spcAft>
                <a:spcPts val="0"/>
              </a:spcAft>
              <a:buSzPts val="1100"/>
              <a:buChar char="○"/>
              <a:defRPr/>
            </a:lvl5pPr>
            <a:lvl6pPr indent="-298450" lvl="5" marL="2743200">
              <a:spcBef>
                <a:spcPts val="0"/>
              </a:spcBef>
              <a:spcAft>
                <a:spcPts val="0"/>
              </a:spcAft>
              <a:buSzPts val="1100"/>
              <a:buChar char="■"/>
              <a:defRPr/>
            </a:lvl6pPr>
            <a:lvl7pPr indent="-298450" lvl="6" marL="3200400">
              <a:spcBef>
                <a:spcPts val="0"/>
              </a:spcBef>
              <a:spcAft>
                <a:spcPts val="0"/>
              </a:spcAft>
              <a:buSzPts val="1100"/>
              <a:buChar char="●"/>
              <a:defRPr/>
            </a:lvl7pPr>
            <a:lvl8pPr indent="-298450" lvl="7" marL="3657600">
              <a:spcBef>
                <a:spcPts val="0"/>
              </a:spcBef>
              <a:spcAft>
                <a:spcPts val="0"/>
              </a:spcAft>
              <a:buSzPts val="1100"/>
              <a:buChar char="○"/>
              <a:defRPr/>
            </a:lvl8pPr>
            <a:lvl9pPr indent="-298450" lvl="8" marL="4114800">
              <a:spcBef>
                <a:spcPts val="0"/>
              </a:spcBef>
              <a:spcAft>
                <a:spcPts val="0"/>
              </a:spcAft>
              <a:buSzPts val="1100"/>
              <a:buChar char="■"/>
              <a:defRPr/>
            </a:lvl9pPr>
          </a:lstStyle>
          <a:p/>
        </p:txBody>
      </p:sp>
      <p:sp>
        <p:nvSpPr>
          <p:cNvPr id="55" name="Google Shape;55;p4"/>
          <p:cNvSpPr txBox="1"/>
          <p:nvPr>
            <p:ph idx="12" type="sldNum"/>
          </p:nvPr>
        </p:nvSpPr>
        <p:spPr>
          <a:xfrm>
            <a:off x="8390734" y="4543668"/>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bg>
      <p:bgPr>
        <a:solidFill>
          <a:schemeClr val="dk2"/>
        </a:solidFill>
      </p:bgPr>
    </p:bg>
    <p:spTree>
      <p:nvGrpSpPr>
        <p:cNvPr id="56" name="Shape 56"/>
        <p:cNvGrpSpPr/>
        <p:nvPr/>
      </p:nvGrpSpPr>
      <p:grpSpPr>
        <a:xfrm>
          <a:off x="0" y="0"/>
          <a:ext cx="0" cy="0"/>
          <a:chOff x="0" y="0"/>
          <a:chExt cx="0" cy="0"/>
        </a:xfrm>
      </p:grpSpPr>
      <p:sp>
        <p:nvSpPr>
          <p:cNvPr id="57" name="Google Shape;57;p5"/>
          <p:cNvSpPr/>
          <p:nvPr/>
        </p:nvSpPr>
        <p:spPr>
          <a:xfrm flipH="1">
            <a:off x="3582600" y="1550700"/>
            <a:ext cx="5561400" cy="3592800"/>
          </a:xfrm>
          <a:prstGeom prst="rtTriangle">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8" name="Google Shape;58;p5"/>
          <p:cNvSpPr/>
          <p:nvPr/>
        </p:nvSpPr>
        <p:spPr>
          <a:xfrm>
            <a:off x="31" y="2824500"/>
            <a:ext cx="7370400" cy="2319000"/>
          </a:xfrm>
          <a:prstGeom prst="rtTriangle">
            <a:avLst/>
          </a:pr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9" name="Google Shape;59;p5"/>
          <p:cNvSpPr/>
          <p:nvPr/>
        </p:nvSpPr>
        <p:spPr>
          <a:xfrm>
            <a:off x="203225" y="206250"/>
            <a:ext cx="8737500" cy="4731000"/>
          </a:xfrm>
          <a:prstGeom prst="rect">
            <a:avLst/>
          </a:prstGeom>
          <a:solidFill>
            <a:schemeClr val="dk1"/>
          </a:solidFill>
          <a:ln>
            <a:noFill/>
          </a:ln>
          <a:effectLst>
            <a:outerShdw blurRad="228600" sx="101000" rotWithShape="0" algn="ctr" sy="101000">
              <a:srgbClr val="000000">
                <a:alpha val="400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0" name="Google Shape;60;p5"/>
          <p:cNvSpPr txBox="1"/>
          <p:nvPr>
            <p:ph type="title"/>
          </p:nvPr>
        </p:nvSpPr>
        <p:spPr>
          <a:xfrm>
            <a:off x="819150" y="845600"/>
            <a:ext cx="7505700" cy="954600"/>
          </a:xfrm>
          <a:prstGeom prst="rect">
            <a:avLst/>
          </a:prstGeom>
        </p:spPr>
        <p:txBody>
          <a:bodyPr anchorCtr="0" anchor="t" bIns="91425" lIns="91425" spcFirstLastPara="1" rIns="91425" wrap="square" tIns="91425">
            <a:normAutofit/>
          </a:bodyPr>
          <a:lstStyle>
            <a:lvl1pPr lvl="0">
              <a:spcBef>
                <a:spcPts val="0"/>
              </a:spcBef>
              <a:spcAft>
                <a:spcPts val="0"/>
              </a:spcAft>
              <a:buSzPts val="3000"/>
              <a:buNone/>
              <a:defRPr sz="3000"/>
            </a:lvl1pPr>
            <a:lvl2pPr lvl="1">
              <a:spcBef>
                <a:spcPts val="0"/>
              </a:spcBef>
              <a:spcAft>
                <a:spcPts val="0"/>
              </a:spcAft>
              <a:buSzPts val="3000"/>
              <a:buNone/>
              <a:defRPr sz="3000"/>
            </a:lvl2pPr>
            <a:lvl3pPr lvl="2">
              <a:spcBef>
                <a:spcPts val="0"/>
              </a:spcBef>
              <a:spcAft>
                <a:spcPts val="0"/>
              </a:spcAft>
              <a:buSzPts val="3000"/>
              <a:buNone/>
              <a:defRPr sz="3000"/>
            </a:lvl3pPr>
            <a:lvl4pPr lvl="3">
              <a:spcBef>
                <a:spcPts val="0"/>
              </a:spcBef>
              <a:spcAft>
                <a:spcPts val="0"/>
              </a:spcAft>
              <a:buSzPts val="3000"/>
              <a:buNone/>
              <a:defRPr sz="3000"/>
            </a:lvl4pPr>
            <a:lvl5pPr lvl="4">
              <a:spcBef>
                <a:spcPts val="0"/>
              </a:spcBef>
              <a:spcAft>
                <a:spcPts val="0"/>
              </a:spcAft>
              <a:buSzPts val="3000"/>
              <a:buNone/>
              <a:defRPr sz="3000"/>
            </a:lvl5pPr>
            <a:lvl6pPr lvl="5">
              <a:spcBef>
                <a:spcPts val="0"/>
              </a:spcBef>
              <a:spcAft>
                <a:spcPts val="0"/>
              </a:spcAft>
              <a:buSzPts val="3000"/>
              <a:buNone/>
              <a:defRPr sz="3000"/>
            </a:lvl6pPr>
            <a:lvl7pPr lvl="6">
              <a:spcBef>
                <a:spcPts val="0"/>
              </a:spcBef>
              <a:spcAft>
                <a:spcPts val="0"/>
              </a:spcAft>
              <a:buSzPts val="3000"/>
              <a:buNone/>
              <a:defRPr sz="3000"/>
            </a:lvl7pPr>
            <a:lvl8pPr lvl="7">
              <a:spcBef>
                <a:spcPts val="0"/>
              </a:spcBef>
              <a:spcAft>
                <a:spcPts val="0"/>
              </a:spcAft>
              <a:buSzPts val="3000"/>
              <a:buNone/>
              <a:defRPr sz="3000"/>
            </a:lvl8pPr>
            <a:lvl9pPr lvl="8">
              <a:spcBef>
                <a:spcPts val="0"/>
              </a:spcBef>
              <a:spcAft>
                <a:spcPts val="0"/>
              </a:spcAft>
              <a:buSzPts val="3000"/>
              <a:buNone/>
              <a:defRPr sz="3000"/>
            </a:lvl9pPr>
          </a:lstStyle>
          <a:p/>
        </p:txBody>
      </p:sp>
      <p:sp>
        <p:nvSpPr>
          <p:cNvPr id="61" name="Google Shape;61;p5"/>
          <p:cNvSpPr txBox="1"/>
          <p:nvPr>
            <p:ph idx="1" type="body"/>
          </p:nvPr>
        </p:nvSpPr>
        <p:spPr>
          <a:xfrm>
            <a:off x="819150" y="1990725"/>
            <a:ext cx="3686100" cy="2448000"/>
          </a:xfrm>
          <a:prstGeom prst="rect">
            <a:avLst/>
          </a:prstGeom>
        </p:spPr>
        <p:txBody>
          <a:bodyPr anchorCtr="0" anchor="t" bIns="91425" lIns="91425" spcFirstLastPara="1" rIns="91425" wrap="square" tIns="91425">
            <a:normAutofit/>
          </a:bodyPr>
          <a:lstStyle>
            <a:lvl1pPr indent="-311150" lvl="0" marL="457200">
              <a:spcBef>
                <a:spcPts val="0"/>
              </a:spcBef>
              <a:spcAft>
                <a:spcPts val="0"/>
              </a:spcAft>
              <a:buSzPts val="1300"/>
              <a:buChar char="●"/>
              <a:defRPr/>
            </a:lvl1pPr>
            <a:lvl2pPr indent="-298450" lvl="1" marL="914400">
              <a:spcBef>
                <a:spcPts val="0"/>
              </a:spcBef>
              <a:spcAft>
                <a:spcPts val="0"/>
              </a:spcAft>
              <a:buSzPts val="1100"/>
              <a:buChar char="○"/>
              <a:defRPr/>
            </a:lvl2pPr>
            <a:lvl3pPr indent="-298450" lvl="2" marL="1371600">
              <a:spcBef>
                <a:spcPts val="0"/>
              </a:spcBef>
              <a:spcAft>
                <a:spcPts val="0"/>
              </a:spcAft>
              <a:buSzPts val="1100"/>
              <a:buChar char="■"/>
              <a:defRPr/>
            </a:lvl3pPr>
            <a:lvl4pPr indent="-298450" lvl="3" marL="1828800">
              <a:spcBef>
                <a:spcPts val="0"/>
              </a:spcBef>
              <a:spcAft>
                <a:spcPts val="0"/>
              </a:spcAft>
              <a:buSzPts val="1100"/>
              <a:buChar char="●"/>
              <a:defRPr/>
            </a:lvl4pPr>
            <a:lvl5pPr indent="-298450" lvl="4" marL="2286000">
              <a:spcBef>
                <a:spcPts val="0"/>
              </a:spcBef>
              <a:spcAft>
                <a:spcPts val="0"/>
              </a:spcAft>
              <a:buSzPts val="1100"/>
              <a:buChar char="○"/>
              <a:defRPr/>
            </a:lvl5pPr>
            <a:lvl6pPr indent="-298450" lvl="5" marL="2743200">
              <a:spcBef>
                <a:spcPts val="0"/>
              </a:spcBef>
              <a:spcAft>
                <a:spcPts val="0"/>
              </a:spcAft>
              <a:buSzPts val="1100"/>
              <a:buChar char="■"/>
              <a:defRPr/>
            </a:lvl6pPr>
            <a:lvl7pPr indent="-298450" lvl="6" marL="3200400">
              <a:spcBef>
                <a:spcPts val="0"/>
              </a:spcBef>
              <a:spcAft>
                <a:spcPts val="0"/>
              </a:spcAft>
              <a:buSzPts val="1100"/>
              <a:buChar char="●"/>
              <a:defRPr/>
            </a:lvl7pPr>
            <a:lvl8pPr indent="-298450" lvl="7" marL="3657600">
              <a:spcBef>
                <a:spcPts val="0"/>
              </a:spcBef>
              <a:spcAft>
                <a:spcPts val="0"/>
              </a:spcAft>
              <a:buSzPts val="1100"/>
              <a:buChar char="○"/>
              <a:defRPr/>
            </a:lvl8pPr>
            <a:lvl9pPr indent="-298450" lvl="8" marL="4114800">
              <a:spcBef>
                <a:spcPts val="0"/>
              </a:spcBef>
              <a:spcAft>
                <a:spcPts val="0"/>
              </a:spcAft>
              <a:buSzPts val="1100"/>
              <a:buChar char="■"/>
              <a:defRPr/>
            </a:lvl9pPr>
          </a:lstStyle>
          <a:p/>
        </p:txBody>
      </p:sp>
      <p:sp>
        <p:nvSpPr>
          <p:cNvPr id="62" name="Google Shape;62;p5"/>
          <p:cNvSpPr txBox="1"/>
          <p:nvPr>
            <p:ph idx="2" type="body"/>
          </p:nvPr>
        </p:nvSpPr>
        <p:spPr>
          <a:xfrm>
            <a:off x="4638675" y="1990725"/>
            <a:ext cx="3686100" cy="2448000"/>
          </a:xfrm>
          <a:prstGeom prst="rect">
            <a:avLst/>
          </a:prstGeom>
        </p:spPr>
        <p:txBody>
          <a:bodyPr anchorCtr="0" anchor="t" bIns="91425" lIns="91425" spcFirstLastPara="1" rIns="91425" wrap="square" tIns="91425">
            <a:normAutofit/>
          </a:bodyPr>
          <a:lstStyle>
            <a:lvl1pPr indent="-311150" lvl="0" marL="457200">
              <a:spcBef>
                <a:spcPts val="0"/>
              </a:spcBef>
              <a:spcAft>
                <a:spcPts val="0"/>
              </a:spcAft>
              <a:buSzPts val="1300"/>
              <a:buChar char="●"/>
              <a:defRPr/>
            </a:lvl1pPr>
            <a:lvl2pPr indent="-298450" lvl="1" marL="914400">
              <a:spcBef>
                <a:spcPts val="0"/>
              </a:spcBef>
              <a:spcAft>
                <a:spcPts val="0"/>
              </a:spcAft>
              <a:buSzPts val="1100"/>
              <a:buChar char="○"/>
              <a:defRPr/>
            </a:lvl2pPr>
            <a:lvl3pPr indent="-298450" lvl="2" marL="1371600">
              <a:spcBef>
                <a:spcPts val="0"/>
              </a:spcBef>
              <a:spcAft>
                <a:spcPts val="0"/>
              </a:spcAft>
              <a:buSzPts val="1100"/>
              <a:buChar char="■"/>
              <a:defRPr/>
            </a:lvl3pPr>
            <a:lvl4pPr indent="-298450" lvl="3" marL="1828800">
              <a:spcBef>
                <a:spcPts val="0"/>
              </a:spcBef>
              <a:spcAft>
                <a:spcPts val="0"/>
              </a:spcAft>
              <a:buSzPts val="1100"/>
              <a:buChar char="●"/>
              <a:defRPr/>
            </a:lvl4pPr>
            <a:lvl5pPr indent="-298450" lvl="4" marL="2286000">
              <a:spcBef>
                <a:spcPts val="0"/>
              </a:spcBef>
              <a:spcAft>
                <a:spcPts val="0"/>
              </a:spcAft>
              <a:buSzPts val="1100"/>
              <a:buChar char="○"/>
              <a:defRPr/>
            </a:lvl5pPr>
            <a:lvl6pPr indent="-298450" lvl="5" marL="2743200">
              <a:spcBef>
                <a:spcPts val="0"/>
              </a:spcBef>
              <a:spcAft>
                <a:spcPts val="0"/>
              </a:spcAft>
              <a:buSzPts val="1100"/>
              <a:buChar char="■"/>
              <a:defRPr/>
            </a:lvl6pPr>
            <a:lvl7pPr indent="-298450" lvl="6" marL="3200400">
              <a:spcBef>
                <a:spcPts val="0"/>
              </a:spcBef>
              <a:spcAft>
                <a:spcPts val="0"/>
              </a:spcAft>
              <a:buSzPts val="1100"/>
              <a:buChar char="●"/>
              <a:defRPr/>
            </a:lvl7pPr>
            <a:lvl8pPr indent="-298450" lvl="7" marL="3657600">
              <a:spcBef>
                <a:spcPts val="0"/>
              </a:spcBef>
              <a:spcAft>
                <a:spcPts val="0"/>
              </a:spcAft>
              <a:buSzPts val="1100"/>
              <a:buChar char="○"/>
              <a:defRPr/>
            </a:lvl8pPr>
            <a:lvl9pPr indent="-298450" lvl="8" marL="4114800">
              <a:spcBef>
                <a:spcPts val="0"/>
              </a:spcBef>
              <a:spcAft>
                <a:spcPts val="0"/>
              </a:spcAft>
              <a:buSzPts val="1100"/>
              <a:buChar char="■"/>
              <a:defRPr/>
            </a:lvl9pPr>
          </a:lstStyle>
          <a:p/>
        </p:txBody>
      </p:sp>
      <p:sp>
        <p:nvSpPr>
          <p:cNvPr id="63" name="Google Shape;63;p5"/>
          <p:cNvSpPr txBox="1"/>
          <p:nvPr>
            <p:ph idx="12" type="sldNum"/>
          </p:nvPr>
        </p:nvSpPr>
        <p:spPr>
          <a:xfrm>
            <a:off x="8390734" y="4543668"/>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bg>
      <p:bgPr>
        <a:solidFill>
          <a:schemeClr val="dk2"/>
        </a:solidFill>
      </p:bgPr>
    </p:bg>
    <p:spTree>
      <p:nvGrpSpPr>
        <p:cNvPr id="64" name="Shape 64"/>
        <p:cNvGrpSpPr/>
        <p:nvPr/>
      </p:nvGrpSpPr>
      <p:grpSpPr>
        <a:xfrm>
          <a:off x="0" y="0"/>
          <a:ext cx="0" cy="0"/>
          <a:chOff x="0" y="0"/>
          <a:chExt cx="0" cy="0"/>
        </a:xfrm>
      </p:grpSpPr>
      <p:sp>
        <p:nvSpPr>
          <p:cNvPr id="65" name="Google Shape;65;p6"/>
          <p:cNvSpPr/>
          <p:nvPr/>
        </p:nvSpPr>
        <p:spPr>
          <a:xfrm flipH="1">
            <a:off x="3582600" y="1550700"/>
            <a:ext cx="5561400" cy="3592800"/>
          </a:xfrm>
          <a:prstGeom prst="rtTriangle">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6" name="Google Shape;66;p6"/>
          <p:cNvSpPr/>
          <p:nvPr/>
        </p:nvSpPr>
        <p:spPr>
          <a:xfrm>
            <a:off x="31" y="2824500"/>
            <a:ext cx="7370400" cy="2319000"/>
          </a:xfrm>
          <a:prstGeom prst="rtTriangle">
            <a:avLst/>
          </a:pr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7" name="Google Shape;67;p6"/>
          <p:cNvSpPr/>
          <p:nvPr/>
        </p:nvSpPr>
        <p:spPr>
          <a:xfrm>
            <a:off x="203225" y="206250"/>
            <a:ext cx="8737500" cy="4731000"/>
          </a:xfrm>
          <a:prstGeom prst="rect">
            <a:avLst/>
          </a:prstGeom>
          <a:solidFill>
            <a:schemeClr val="dk1"/>
          </a:solidFill>
          <a:ln>
            <a:noFill/>
          </a:ln>
          <a:effectLst>
            <a:outerShdw blurRad="228600" sx="101000" rotWithShape="0" algn="ctr" sy="101000">
              <a:srgbClr val="000000">
                <a:alpha val="400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8" name="Google Shape;68;p6"/>
          <p:cNvSpPr txBox="1"/>
          <p:nvPr>
            <p:ph type="title"/>
          </p:nvPr>
        </p:nvSpPr>
        <p:spPr>
          <a:xfrm>
            <a:off x="819150" y="845600"/>
            <a:ext cx="7505700" cy="954600"/>
          </a:xfrm>
          <a:prstGeom prst="rect">
            <a:avLst/>
          </a:prstGeom>
        </p:spPr>
        <p:txBody>
          <a:bodyPr anchorCtr="0" anchor="t" bIns="91425" lIns="91425" spcFirstLastPara="1" rIns="91425" wrap="square" tIns="91425">
            <a:normAutofit/>
          </a:bodyPr>
          <a:lstStyle>
            <a:lvl1pPr lvl="0">
              <a:spcBef>
                <a:spcPts val="0"/>
              </a:spcBef>
              <a:spcAft>
                <a:spcPts val="0"/>
              </a:spcAft>
              <a:buSzPts val="3000"/>
              <a:buNone/>
              <a:defRPr sz="3000"/>
            </a:lvl1pPr>
            <a:lvl2pPr lvl="1">
              <a:spcBef>
                <a:spcPts val="0"/>
              </a:spcBef>
              <a:spcAft>
                <a:spcPts val="0"/>
              </a:spcAft>
              <a:buSzPts val="3000"/>
              <a:buNone/>
              <a:defRPr sz="3000"/>
            </a:lvl2pPr>
            <a:lvl3pPr lvl="2">
              <a:spcBef>
                <a:spcPts val="0"/>
              </a:spcBef>
              <a:spcAft>
                <a:spcPts val="0"/>
              </a:spcAft>
              <a:buSzPts val="3000"/>
              <a:buNone/>
              <a:defRPr sz="3000"/>
            </a:lvl3pPr>
            <a:lvl4pPr lvl="3">
              <a:spcBef>
                <a:spcPts val="0"/>
              </a:spcBef>
              <a:spcAft>
                <a:spcPts val="0"/>
              </a:spcAft>
              <a:buSzPts val="3000"/>
              <a:buNone/>
              <a:defRPr sz="3000"/>
            </a:lvl4pPr>
            <a:lvl5pPr lvl="4">
              <a:spcBef>
                <a:spcPts val="0"/>
              </a:spcBef>
              <a:spcAft>
                <a:spcPts val="0"/>
              </a:spcAft>
              <a:buSzPts val="3000"/>
              <a:buNone/>
              <a:defRPr sz="3000"/>
            </a:lvl5pPr>
            <a:lvl6pPr lvl="5">
              <a:spcBef>
                <a:spcPts val="0"/>
              </a:spcBef>
              <a:spcAft>
                <a:spcPts val="0"/>
              </a:spcAft>
              <a:buSzPts val="3000"/>
              <a:buNone/>
              <a:defRPr sz="3000"/>
            </a:lvl6pPr>
            <a:lvl7pPr lvl="6">
              <a:spcBef>
                <a:spcPts val="0"/>
              </a:spcBef>
              <a:spcAft>
                <a:spcPts val="0"/>
              </a:spcAft>
              <a:buSzPts val="3000"/>
              <a:buNone/>
              <a:defRPr sz="3000"/>
            </a:lvl7pPr>
            <a:lvl8pPr lvl="7">
              <a:spcBef>
                <a:spcPts val="0"/>
              </a:spcBef>
              <a:spcAft>
                <a:spcPts val="0"/>
              </a:spcAft>
              <a:buSzPts val="3000"/>
              <a:buNone/>
              <a:defRPr sz="3000"/>
            </a:lvl8pPr>
            <a:lvl9pPr lvl="8">
              <a:spcBef>
                <a:spcPts val="0"/>
              </a:spcBef>
              <a:spcAft>
                <a:spcPts val="0"/>
              </a:spcAft>
              <a:buSzPts val="3000"/>
              <a:buNone/>
              <a:defRPr sz="3000"/>
            </a:lvl9pPr>
          </a:lstStyle>
          <a:p/>
        </p:txBody>
      </p:sp>
      <p:sp>
        <p:nvSpPr>
          <p:cNvPr id="69" name="Google Shape;69;p6"/>
          <p:cNvSpPr txBox="1"/>
          <p:nvPr>
            <p:ph idx="12" type="sldNum"/>
          </p:nvPr>
        </p:nvSpPr>
        <p:spPr>
          <a:xfrm>
            <a:off x="8390734" y="4543668"/>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bg>
      <p:bgPr>
        <a:solidFill>
          <a:schemeClr val="accent3"/>
        </a:solidFill>
      </p:bgPr>
    </p:bg>
    <p:spTree>
      <p:nvGrpSpPr>
        <p:cNvPr id="70" name="Shape 70"/>
        <p:cNvGrpSpPr/>
        <p:nvPr/>
      </p:nvGrpSpPr>
      <p:grpSpPr>
        <a:xfrm>
          <a:off x="0" y="0"/>
          <a:ext cx="0" cy="0"/>
          <a:chOff x="0" y="0"/>
          <a:chExt cx="0" cy="0"/>
        </a:xfrm>
      </p:grpSpPr>
      <p:sp>
        <p:nvSpPr>
          <p:cNvPr id="71" name="Google Shape;71;p7"/>
          <p:cNvSpPr/>
          <p:nvPr/>
        </p:nvSpPr>
        <p:spPr>
          <a:xfrm flipH="1">
            <a:off x="3582600" y="1550700"/>
            <a:ext cx="5561400" cy="3592800"/>
          </a:xfrm>
          <a:prstGeom prst="rtTriangle">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2" name="Google Shape;72;p7"/>
          <p:cNvSpPr/>
          <p:nvPr/>
        </p:nvSpPr>
        <p:spPr>
          <a:xfrm>
            <a:off x="31" y="2824500"/>
            <a:ext cx="7370400" cy="2319000"/>
          </a:xfrm>
          <a:prstGeom prst="rtTriangle">
            <a:avLst/>
          </a:pr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3" name="Google Shape;73;p7"/>
          <p:cNvSpPr/>
          <p:nvPr/>
        </p:nvSpPr>
        <p:spPr>
          <a:xfrm>
            <a:off x="203225" y="206250"/>
            <a:ext cx="8737500" cy="4731000"/>
          </a:xfrm>
          <a:prstGeom prst="rect">
            <a:avLst/>
          </a:prstGeom>
          <a:solidFill>
            <a:schemeClr val="dk1"/>
          </a:solidFill>
          <a:ln>
            <a:noFill/>
          </a:ln>
          <a:effectLst>
            <a:outerShdw blurRad="228600" sx="101000" rotWithShape="0" algn="ctr" sy="101000">
              <a:srgbClr val="000000">
                <a:alpha val="400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4" name="Google Shape;74;p7"/>
          <p:cNvSpPr txBox="1"/>
          <p:nvPr>
            <p:ph type="title"/>
          </p:nvPr>
        </p:nvSpPr>
        <p:spPr>
          <a:xfrm>
            <a:off x="819150" y="845600"/>
            <a:ext cx="3709200" cy="1383000"/>
          </a:xfrm>
          <a:prstGeom prst="rect">
            <a:avLst/>
          </a:prstGeom>
        </p:spPr>
        <p:txBody>
          <a:bodyPr anchorCtr="0" anchor="t" bIns="91425" lIns="91425" spcFirstLastPara="1" rIns="91425" wrap="square" tIns="91425">
            <a:normAutofit/>
          </a:bodyPr>
          <a:lstStyle>
            <a:lvl1pPr lvl="0">
              <a:spcBef>
                <a:spcPts val="0"/>
              </a:spcBef>
              <a:spcAft>
                <a:spcPts val="0"/>
              </a:spcAft>
              <a:buSzPts val="3000"/>
              <a:buNone/>
              <a:defRPr sz="3000"/>
            </a:lvl1pPr>
            <a:lvl2pPr lvl="1">
              <a:spcBef>
                <a:spcPts val="0"/>
              </a:spcBef>
              <a:spcAft>
                <a:spcPts val="0"/>
              </a:spcAft>
              <a:buSzPts val="3000"/>
              <a:buNone/>
              <a:defRPr sz="3000"/>
            </a:lvl2pPr>
            <a:lvl3pPr lvl="2">
              <a:spcBef>
                <a:spcPts val="0"/>
              </a:spcBef>
              <a:spcAft>
                <a:spcPts val="0"/>
              </a:spcAft>
              <a:buSzPts val="3000"/>
              <a:buNone/>
              <a:defRPr sz="3000"/>
            </a:lvl3pPr>
            <a:lvl4pPr lvl="3">
              <a:spcBef>
                <a:spcPts val="0"/>
              </a:spcBef>
              <a:spcAft>
                <a:spcPts val="0"/>
              </a:spcAft>
              <a:buSzPts val="3000"/>
              <a:buNone/>
              <a:defRPr sz="3000"/>
            </a:lvl4pPr>
            <a:lvl5pPr lvl="4">
              <a:spcBef>
                <a:spcPts val="0"/>
              </a:spcBef>
              <a:spcAft>
                <a:spcPts val="0"/>
              </a:spcAft>
              <a:buSzPts val="3000"/>
              <a:buNone/>
              <a:defRPr sz="3000"/>
            </a:lvl5pPr>
            <a:lvl6pPr lvl="5">
              <a:spcBef>
                <a:spcPts val="0"/>
              </a:spcBef>
              <a:spcAft>
                <a:spcPts val="0"/>
              </a:spcAft>
              <a:buSzPts val="3000"/>
              <a:buNone/>
              <a:defRPr sz="3000"/>
            </a:lvl6pPr>
            <a:lvl7pPr lvl="6">
              <a:spcBef>
                <a:spcPts val="0"/>
              </a:spcBef>
              <a:spcAft>
                <a:spcPts val="0"/>
              </a:spcAft>
              <a:buSzPts val="3000"/>
              <a:buNone/>
              <a:defRPr sz="3000"/>
            </a:lvl7pPr>
            <a:lvl8pPr lvl="7">
              <a:spcBef>
                <a:spcPts val="0"/>
              </a:spcBef>
              <a:spcAft>
                <a:spcPts val="0"/>
              </a:spcAft>
              <a:buSzPts val="3000"/>
              <a:buNone/>
              <a:defRPr sz="3000"/>
            </a:lvl8pPr>
            <a:lvl9pPr lvl="8">
              <a:spcBef>
                <a:spcPts val="0"/>
              </a:spcBef>
              <a:spcAft>
                <a:spcPts val="0"/>
              </a:spcAft>
              <a:buSzPts val="3000"/>
              <a:buNone/>
              <a:defRPr sz="3000"/>
            </a:lvl9pPr>
          </a:lstStyle>
          <a:p/>
        </p:txBody>
      </p:sp>
      <p:sp>
        <p:nvSpPr>
          <p:cNvPr id="75" name="Google Shape;75;p7"/>
          <p:cNvSpPr txBox="1"/>
          <p:nvPr>
            <p:ph idx="1" type="body"/>
          </p:nvPr>
        </p:nvSpPr>
        <p:spPr>
          <a:xfrm>
            <a:off x="830700" y="2319050"/>
            <a:ext cx="3709200" cy="2119800"/>
          </a:xfrm>
          <a:prstGeom prst="rect">
            <a:avLst/>
          </a:prstGeom>
        </p:spPr>
        <p:txBody>
          <a:bodyPr anchorCtr="0" anchor="t" bIns="91425" lIns="91425" spcFirstLastPara="1" rIns="91425" wrap="square" tIns="91425">
            <a:normAutofit/>
          </a:bodyPr>
          <a:lstStyle>
            <a:lvl1pPr indent="-311150" lvl="0" marL="457200">
              <a:spcBef>
                <a:spcPts val="0"/>
              </a:spcBef>
              <a:spcAft>
                <a:spcPts val="0"/>
              </a:spcAft>
              <a:buSzPts val="1300"/>
              <a:buChar char="●"/>
              <a:defRPr/>
            </a:lvl1pPr>
            <a:lvl2pPr indent="-298450" lvl="1" marL="914400">
              <a:spcBef>
                <a:spcPts val="0"/>
              </a:spcBef>
              <a:spcAft>
                <a:spcPts val="0"/>
              </a:spcAft>
              <a:buSzPts val="1100"/>
              <a:buChar char="○"/>
              <a:defRPr/>
            </a:lvl2pPr>
            <a:lvl3pPr indent="-298450" lvl="2" marL="1371600">
              <a:spcBef>
                <a:spcPts val="0"/>
              </a:spcBef>
              <a:spcAft>
                <a:spcPts val="0"/>
              </a:spcAft>
              <a:buSzPts val="1100"/>
              <a:buChar char="■"/>
              <a:defRPr/>
            </a:lvl3pPr>
            <a:lvl4pPr indent="-298450" lvl="3" marL="1828800">
              <a:spcBef>
                <a:spcPts val="0"/>
              </a:spcBef>
              <a:spcAft>
                <a:spcPts val="0"/>
              </a:spcAft>
              <a:buSzPts val="1100"/>
              <a:buChar char="●"/>
              <a:defRPr/>
            </a:lvl4pPr>
            <a:lvl5pPr indent="-298450" lvl="4" marL="2286000">
              <a:spcBef>
                <a:spcPts val="0"/>
              </a:spcBef>
              <a:spcAft>
                <a:spcPts val="0"/>
              </a:spcAft>
              <a:buSzPts val="1100"/>
              <a:buChar char="○"/>
              <a:defRPr/>
            </a:lvl5pPr>
            <a:lvl6pPr indent="-298450" lvl="5" marL="2743200">
              <a:spcBef>
                <a:spcPts val="0"/>
              </a:spcBef>
              <a:spcAft>
                <a:spcPts val="0"/>
              </a:spcAft>
              <a:buSzPts val="1100"/>
              <a:buChar char="■"/>
              <a:defRPr/>
            </a:lvl6pPr>
            <a:lvl7pPr indent="-298450" lvl="6" marL="3200400">
              <a:spcBef>
                <a:spcPts val="0"/>
              </a:spcBef>
              <a:spcAft>
                <a:spcPts val="0"/>
              </a:spcAft>
              <a:buSzPts val="1100"/>
              <a:buChar char="●"/>
              <a:defRPr/>
            </a:lvl7pPr>
            <a:lvl8pPr indent="-298450" lvl="7" marL="3657600">
              <a:spcBef>
                <a:spcPts val="0"/>
              </a:spcBef>
              <a:spcAft>
                <a:spcPts val="0"/>
              </a:spcAft>
              <a:buSzPts val="1100"/>
              <a:buChar char="○"/>
              <a:defRPr/>
            </a:lvl8pPr>
            <a:lvl9pPr indent="-298450" lvl="8" marL="4114800">
              <a:spcBef>
                <a:spcPts val="0"/>
              </a:spcBef>
              <a:spcAft>
                <a:spcPts val="0"/>
              </a:spcAft>
              <a:buSzPts val="1100"/>
              <a:buChar char="■"/>
              <a:defRPr/>
            </a:lvl9pPr>
          </a:lstStyle>
          <a:p/>
        </p:txBody>
      </p:sp>
      <p:sp>
        <p:nvSpPr>
          <p:cNvPr id="76" name="Google Shape;76;p7"/>
          <p:cNvSpPr txBox="1"/>
          <p:nvPr>
            <p:ph idx="12" type="sldNum"/>
          </p:nvPr>
        </p:nvSpPr>
        <p:spPr>
          <a:xfrm>
            <a:off x="8390734" y="4543668"/>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bg>
      <p:bgPr>
        <a:solidFill>
          <a:schemeClr val="accent1"/>
        </a:solidFill>
      </p:bgPr>
    </p:bg>
    <p:spTree>
      <p:nvGrpSpPr>
        <p:cNvPr id="77" name="Shape 77"/>
        <p:cNvGrpSpPr/>
        <p:nvPr/>
      </p:nvGrpSpPr>
      <p:grpSpPr>
        <a:xfrm>
          <a:off x="0" y="0"/>
          <a:ext cx="0" cy="0"/>
          <a:chOff x="0" y="0"/>
          <a:chExt cx="0" cy="0"/>
        </a:xfrm>
      </p:grpSpPr>
      <p:sp>
        <p:nvSpPr>
          <p:cNvPr id="78" name="Google Shape;78;p8"/>
          <p:cNvSpPr/>
          <p:nvPr/>
        </p:nvSpPr>
        <p:spPr>
          <a:xfrm>
            <a:off x="0" y="2823144"/>
            <a:ext cx="7369200" cy="2316900"/>
          </a:xfrm>
          <a:prstGeom prst="rtTriangle">
            <a:avLst/>
          </a:prstGeom>
          <a:solidFill>
            <a:schemeClr val="accent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9" name="Google Shape;79;p8"/>
          <p:cNvSpPr/>
          <p:nvPr/>
        </p:nvSpPr>
        <p:spPr>
          <a:xfrm flipH="1">
            <a:off x="3583210" y="1554113"/>
            <a:ext cx="5560500" cy="3589500"/>
          </a:xfrm>
          <a:prstGeom prst="rtTriangle">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80" name="Google Shape;80;p8"/>
          <p:cNvGrpSpPr/>
          <p:nvPr/>
        </p:nvGrpSpPr>
        <p:grpSpPr>
          <a:xfrm>
            <a:off x="255991" y="-118"/>
            <a:ext cx="2251347" cy="1043408"/>
            <a:chOff x="3961956" y="4383950"/>
            <a:chExt cx="1160548" cy="548700"/>
          </a:xfrm>
        </p:grpSpPr>
        <p:sp>
          <p:nvSpPr>
            <p:cNvPr id="81" name="Google Shape;81;p8"/>
            <p:cNvSpPr/>
            <p:nvPr/>
          </p:nvSpPr>
          <p:spPr>
            <a:xfrm>
              <a:off x="4224904" y="4383950"/>
              <a:ext cx="897600" cy="548700"/>
            </a:xfrm>
            <a:prstGeom prst="parallelogram">
              <a:avLst>
                <a:gd fmla="val 153193" name="adj"/>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2" name="Google Shape;82;p8"/>
            <p:cNvSpPr/>
            <p:nvPr/>
          </p:nvSpPr>
          <p:spPr>
            <a:xfrm>
              <a:off x="4093430" y="4383950"/>
              <a:ext cx="897600" cy="548700"/>
            </a:xfrm>
            <a:prstGeom prst="parallelogram">
              <a:avLst>
                <a:gd fmla="val 153193" name="adj"/>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3" name="Google Shape;83;p8"/>
            <p:cNvSpPr/>
            <p:nvPr/>
          </p:nvSpPr>
          <p:spPr>
            <a:xfrm>
              <a:off x="3961956" y="4383950"/>
              <a:ext cx="897600" cy="548700"/>
            </a:xfrm>
            <a:prstGeom prst="parallelogram">
              <a:avLst>
                <a:gd fmla="val 153193" name="adj"/>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84" name="Google Shape;84;p8"/>
          <p:cNvSpPr/>
          <p:nvPr/>
        </p:nvSpPr>
        <p:spPr>
          <a:xfrm>
            <a:off x="203225" y="206250"/>
            <a:ext cx="8737500" cy="4731000"/>
          </a:xfrm>
          <a:prstGeom prst="rect">
            <a:avLst/>
          </a:prstGeom>
          <a:solidFill>
            <a:schemeClr val="dk1"/>
          </a:solidFill>
          <a:ln>
            <a:noFill/>
          </a:ln>
          <a:effectLst>
            <a:outerShdw blurRad="228600" sx="101000" rotWithShape="0" algn="ctr" sy="101000">
              <a:srgbClr val="000000">
                <a:alpha val="400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85" name="Google Shape;85;p8"/>
          <p:cNvGrpSpPr/>
          <p:nvPr/>
        </p:nvGrpSpPr>
        <p:grpSpPr>
          <a:xfrm>
            <a:off x="34934" y="4522125"/>
            <a:ext cx="1593306" cy="617072"/>
            <a:chOff x="6917201" y="0"/>
            <a:chExt cx="2227777" cy="863400"/>
          </a:xfrm>
        </p:grpSpPr>
        <p:sp>
          <p:nvSpPr>
            <p:cNvPr id="86" name="Google Shape;86;p8"/>
            <p:cNvSpPr/>
            <p:nvPr/>
          </p:nvSpPr>
          <p:spPr>
            <a:xfrm>
              <a:off x="7641677" y="0"/>
              <a:ext cx="1503300" cy="863400"/>
            </a:xfrm>
            <a:prstGeom prst="parallelogram">
              <a:avLst>
                <a:gd fmla="val 158024" name="adj"/>
              </a:avLst>
            </a:prstGeom>
            <a:solidFill>
              <a:schemeClr val="accent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7" name="Google Shape;87;p8"/>
            <p:cNvSpPr/>
            <p:nvPr/>
          </p:nvSpPr>
          <p:spPr>
            <a:xfrm>
              <a:off x="7279439" y="0"/>
              <a:ext cx="1503300" cy="863400"/>
            </a:xfrm>
            <a:prstGeom prst="parallelogram">
              <a:avLst>
                <a:gd fmla="val 158024" name="adj"/>
              </a:avLst>
            </a:prstGeom>
            <a:solidFill>
              <a:schemeClr val="accent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8" name="Google Shape;88;p8"/>
            <p:cNvSpPr/>
            <p:nvPr/>
          </p:nvSpPr>
          <p:spPr>
            <a:xfrm>
              <a:off x="6917201" y="0"/>
              <a:ext cx="1503300" cy="863400"/>
            </a:xfrm>
            <a:prstGeom prst="parallelogram">
              <a:avLst>
                <a:gd fmla="val 158024" name="adj"/>
              </a:avLst>
            </a:prstGeom>
            <a:solidFill>
              <a:schemeClr val="accent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89" name="Google Shape;89;p8"/>
          <p:cNvGrpSpPr/>
          <p:nvPr/>
        </p:nvGrpSpPr>
        <p:grpSpPr>
          <a:xfrm>
            <a:off x="5886353" y="1243"/>
            <a:ext cx="3257455" cy="1261514"/>
            <a:chOff x="6917201" y="0"/>
            <a:chExt cx="2227777" cy="863400"/>
          </a:xfrm>
        </p:grpSpPr>
        <p:sp>
          <p:nvSpPr>
            <p:cNvPr id="90" name="Google Shape;90;p8"/>
            <p:cNvSpPr/>
            <p:nvPr/>
          </p:nvSpPr>
          <p:spPr>
            <a:xfrm>
              <a:off x="7641677" y="0"/>
              <a:ext cx="1503300" cy="863400"/>
            </a:xfrm>
            <a:prstGeom prst="parallelogram">
              <a:avLst>
                <a:gd fmla="val 158024" name="adj"/>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1" name="Google Shape;91;p8"/>
            <p:cNvSpPr/>
            <p:nvPr/>
          </p:nvSpPr>
          <p:spPr>
            <a:xfrm>
              <a:off x="7279439" y="0"/>
              <a:ext cx="1503300" cy="863400"/>
            </a:xfrm>
            <a:prstGeom prst="parallelogram">
              <a:avLst>
                <a:gd fmla="val 158024" name="adj"/>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2" name="Google Shape;92;p8"/>
            <p:cNvSpPr/>
            <p:nvPr/>
          </p:nvSpPr>
          <p:spPr>
            <a:xfrm>
              <a:off x="6917201" y="0"/>
              <a:ext cx="1503300" cy="863400"/>
            </a:xfrm>
            <a:prstGeom prst="parallelogram">
              <a:avLst>
                <a:gd fmla="val 158024" name="adj"/>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93" name="Google Shape;93;p8"/>
          <p:cNvSpPr txBox="1"/>
          <p:nvPr>
            <p:ph type="title"/>
          </p:nvPr>
        </p:nvSpPr>
        <p:spPr>
          <a:xfrm>
            <a:off x="1393929" y="1301146"/>
            <a:ext cx="6366900" cy="2539200"/>
          </a:xfrm>
          <a:prstGeom prst="rect">
            <a:avLst/>
          </a:prstGeom>
        </p:spPr>
        <p:txBody>
          <a:bodyPr anchorCtr="0" anchor="ctr" bIns="91425" lIns="91425" spcFirstLastPara="1" rIns="91425" wrap="square" tIns="91425">
            <a:normAutofit/>
          </a:bodyPr>
          <a:lstStyle>
            <a:lvl1pPr lvl="0" algn="ctr">
              <a:spcBef>
                <a:spcPts val="0"/>
              </a:spcBef>
              <a:spcAft>
                <a:spcPts val="0"/>
              </a:spcAft>
              <a:buSzPts val="3200"/>
              <a:buNone/>
              <a:defRPr sz="3200"/>
            </a:lvl1pPr>
            <a:lvl2pPr lvl="1" algn="ctr">
              <a:spcBef>
                <a:spcPts val="0"/>
              </a:spcBef>
              <a:spcAft>
                <a:spcPts val="0"/>
              </a:spcAft>
              <a:buSzPts val="3200"/>
              <a:buNone/>
              <a:defRPr sz="3200"/>
            </a:lvl2pPr>
            <a:lvl3pPr lvl="2" algn="ctr">
              <a:spcBef>
                <a:spcPts val="0"/>
              </a:spcBef>
              <a:spcAft>
                <a:spcPts val="0"/>
              </a:spcAft>
              <a:buSzPts val="3200"/>
              <a:buNone/>
              <a:defRPr sz="3200"/>
            </a:lvl3pPr>
            <a:lvl4pPr lvl="3" algn="ctr">
              <a:spcBef>
                <a:spcPts val="0"/>
              </a:spcBef>
              <a:spcAft>
                <a:spcPts val="0"/>
              </a:spcAft>
              <a:buSzPts val="3200"/>
              <a:buNone/>
              <a:defRPr sz="3200"/>
            </a:lvl4pPr>
            <a:lvl5pPr lvl="4" algn="ctr">
              <a:spcBef>
                <a:spcPts val="0"/>
              </a:spcBef>
              <a:spcAft>
                <a:spcPts val="0"/>
              </a:spcAft>
              <a:buSzPts val="3200"/>
              <a:buNone/>
              <a:defRPr sz="3200"/>
            </a:lvl5pPr>
            <a:lvl6pPr lvl="5" algn="ctr">
              <a:spcBef>
                <a:spcPts val="0"/>
              </a:spcBef>
              <a:spcAft>
                <a:spcPts val="0"/>
              </a:spcAft>
              <a:buSzPts val="3200"/>
              <a:buNone/>
              <a:defRPr sz="3200"/>
            </a:lvl6pPr>
            <a:lvl7pPr lvl="6" algn="ctr">
              <a:spcBef>
                <a:spcPts val="0"/>
              </a:spcBef>
              <a:spcAft>
                <a:spcPts val="0"/>
              </a:spcAft>
              <a:buSzPts val="3200"/>
              <a:buNone/>
              <a:defRPr sz="3200"/>
            </a:lvl7pPr>
            <a:lvl8pPr lvl="7" algn="ctr">
              <a:spcBef>
                <a:spcPts val="0"/>
              </a:spcBef>
              <a:spcAft>
                <a:spcPts val="0"/>
              </a:spcAft>
              <a:buSzPts val="3200"/>
              <a:buNone/>
              <a:defRPr sz="3200"/>
            </a:lvl8pPr>
            <a:lvl9pPr lvl="8" algn="ctr">
              <a:spcBef>
                <a:spcPts val="0"/>
              </a:spcBef>
              <a:spcAft>
                <a:spcPts val="0"/>
              </a:spcAft>
              <a:buSzPts val="3200"/>
              <a:buNone/>
              <a:defRPr sz="3200"/>
            </a:lvl9pPr>
          </a:lstStyle>
          <a:p/>
        </p:txBody>
      </p:sp>
      <p:sp>
        <p:nvSpPr>
          <p:cNvPr id="94" name="Google Shape;94;p8"/>
          <p:cNvSpPr txBox="1"/>
          <p:nvPr>
            <p:ph idx="12" type="sldNum"/>
          </p:nvPr>
        </p:nvSpPr>
        <p:spPr>
          <a:xfrm>
            <a:off x="8390734" y="4543668"/>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bg>
      <p:bgPr>
        <a:solidFill>
          <a:schemeClr val="dk2"/>
        </a:solidFill>
      </p:bgPr>
    </p:bg>
    <p:spTree>
      <p:nvGrpSpPr>
        <p:cNvPr id="95" name="Shape 95"/>
        <p:cNvGrpSpPr/>
        <p:nvPr/>
      </p:nvGrpSpPr>
      <p:grpSpPr>
        <a:xfrm>
          <a:off x="0" y="0"/>
          <a:ext cx="0" cy="0"/>
          <a:chOff x="0" y="0"/>
          <a:chExt cx="0" cy="0"/>
        </a:xfrm>
      </p:grpSpPr>
      <p:sp>
        <p:nvSpPr>
          <p:cNvPr id="96" name="Google Shape;96;p9"/>
          <p:cNvSpPr/>
          <p:nvPr/>
        </p:nvSpPr>
        <p:spPr>
          <a:xfrm flipH="1">
            <a:off x="3582600" y="1550700"/>
            <a:ext cx="5561400" cy="3592800"/>
          </a:xfrm>
          <a:prstGeom prst="rtTriangle">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7" name="Google Shape;97;p9"/>
          <p:cNvSpPr/>
          <p:nvPr/>
        </p:nvSpPr>
        <p:spPr>
          <a:xfrm>
            <a:off x="31" y="2824500"/>
            <a:ext cx="7370400" cy="2319000"/>
          </a:xfrm>
          <a:prstGeom prst="rtTriangle">
            <a:avLst/>
          </a:pr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8" name="Google Shape;98;p9"/>
          <p:cNvSpPr/>
          <p:nvPr/>
        </p:nvSpPr>
        <p:spPr>
          <a:xfrm>
            <a:off x="203225" y="206250"/>
            <a:ext cx="8737500" cy="4731000"/>
          </a:xfrm>
          <a:prstGeom prst="rect">
            <a:avLst/>
          </a:prstGeom>
          <a:solidFill>
            <a:schemeClr val="dk1"/>
          </a:solidFill>
          <a:ln>
            <a:noFill/>
          </a:ln>
          <a:effectLst>
            <a:outerShdw blurRad="228600" sx="101000" rotWithShape="0" algn="ctr" sy="101000">
              <a:srgbClr val="000000">
                <a:alpha val="400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9" name="Google Shape;99;p9"/>
          <p:cNvSpPr txBox="1"/>
          <p:nvPr>
            <p:ph type="title"/>
          </p:nvPr>
        </p:nvSpPr>
        <p:spPr>
          <a:xfrm>
            <a:off x="819150" y="845600"/>
            <a:ext cx="6424200" cy="705000"/>
          </a:xfrm>
          <a:prstGeom prst="rect">
            <a:avLst/>
          </a:prstGeom>
        </p:spPr>
        <p:txBody>
          <a:bodyPr anchorCtr="0" anchor="t" bIns="91425" lIns="91425" spcFirstLastPara="1" rIns="91425" wrap="square" tIns="91425">
            <a:normAutofit/>
          </a:bodyPr>
          <a:lstStyle>
            <a:lvl1pPr lvl="0">
              <a:spcBef>
                <a:spcPts val="0"/>
              </a:spcBef>
              <a:spcAft>
                <a:spcPts val="0"/>
              </a:spcAft>
              <a:buSzPts val="3000"/>
              <a:buNone/>
              <a:defRPr sz="3000"/>
            </a:lvl1pPr>
            <a:lvl2pPr lvl="1">
              <a:spcBef>
                <a:spcPts val="0"/>
              </a:spcBef>
              <a:spcAft>
                <a:spcPts val="0"/>
              </a:spcAft>
              <a:buSzPts val="3000"/>
              <a:buNone/>
              <a:defRPr sz="3000"/>
            </a:lvl2pPr>
            <a:lvl3pPr lvl="2">
              <a:spcBef>
                <a:spcPts val="0"/>
              </a:spcBef>
              <a:spcAft>
                <a:spcPts val="0"/>
              </a:spcAft>
              <a:buSzPts val="3000"/>
              <a:buNone/>
              <a:defRPr sz="3000"/>
            </a:lvl3pPr>
            <a:lvl4pPr lvl="3">
              <a:spcBef>
                <a:spcPts val="0"/>
              </a:spcBef>
              <a:spcAft>
                <a:spcPts val="0"/>
              </a:spcAft>
              <a:buSzPts val="3000"/>
              <a:buNone/>
              <a:defRPr sz="3000"/>
            </a:lvl4pPr>
            <a:lvl5pPr lvl="4">
              <a:spcBef>
                <a:spcPts val="0"/>
              </a:spcBef>
              <a:spcAft>
                <a:spcPts val="0"/>
              </a:spcAft>
              <a:buSzPts val="3000"/>
              <a:buNone/>
              <a:defRPr sz="3000"/>
            </a:lvl5pPr>
            <a:lvl6pPr lvl="5">
              <a:spcBef>
                <a:spcPts val="0"/>
              </a:spcBef>
              <a:spcAft>
                <a:spcPts val="0"/>
              </a:spcAft>
              <a:buSzPts val="3000"/>
              <a:buNone/>
              <a:defRPr sz="3000"/>
            </a:lvl6pPr>
            <a:lvl7pPr lvl="6">
              <a:spcBef>
                <a:spcPts val="0"/>
              </a:spcBef>
              <a:spcAft>
                <a:spcPts val="0"/>
              </a:spcAft>
              <a:buSzPts val="3000"/>
              <a:buNone/>
              <a:defRPr sz="3000"/>
            </a:lvl7pPr>
            <a:lvl8pPr lvl="7">
              <a:spcBef>
                <a:spcPts val="0"/>
              </a:spcBef>
              <a:spcAft>
                <a:spcPts val="0"/>
              </a:spcAft>
              <a:buSzPts val="3000"/>
              <a:buNone/>
              <a:defRPr sz="3000"/>
            </a:lvl8pPr>
            <a:lvl9pPr lvl="8">
              <a:spcBef>
                <a:spcPts val="0"/>
              </a:spcBef>
              <a:spcAft>
                <a:spcPts val="0"/>
              </a:spcAft>
              <a:buSzPts val="3000"/>
              <a:buNone/>
              <a:defRPr sz="3000"/>
            </a:lvl9pPr>
          </a:lstStyle>
          <a:p/>
        </p:txBody>
      </p:sp>
      <p:sp>
        <p:nvSpPr>
          <p:cNvPr id="100" name="Google Shape;100;p9"/>
          <p:cNvSpPr txBox="1"/>
          <p:nvPr>
            <p:ph idx="1" type="subTitle"/>
          </p:nvPr>
        </p:nvSpPr>
        <p:spPr>
          <a:xfrm>
            <a:off x="819150" y="1550700"/>
            <a:ext cx="5859900" cy="393600"/>
          </a:xfrm>
          <a:prstGeom prst="rect">
            <a:avLst/>
          </a:prstGeom>
        </p:spPr>
        <p:txBody>
          <a:bodyPr anchorCtr="0" anchor="t" bIns="91425" lIns="91425" spcFirstLastPara="1" rIns="91425" wrap="square" tIns="91425">
            <a:normAutofit/>
          </a:bodyPr>
          <a:lstStyle>
            <a:lvl1pPr lvl="0">
              <a:lnSpc>
                <a:spcPct val="100000"/>
              </a:lnSpc>
              <a:spcBef>
                <a:spcPts val="0"/>
              </a:spcBef>
              <a:spcAft>
                <a:spcPts val="0"/>
              </a:spcAft>
              <a:buClr>
                <a:schemeClr val="lt1"/>
              </a:buClr>
              <a:buSzPts val="1600"/>
              <a:buNone/>
              <a:defRPr sz="1600">
                <a:solidFill>
                  <a:schemeClr val="lt1"/>
                </a:solidFill>
              </a:defRPr>
            </a:lvl1pPr>
            <a:lvl2pPr lvl="1">
              <a:lnSpc>
                <a:spcPct val="100000"/>
              </a:lnSpc>
              <a:spcBef>
                <a:spcPts val="0"/>
              </a:spcBef>
              <a:spcAft>
                <a:spcPts val="0"/>
              </a:spcAft>
              <a:buClr>
                <a:schemeClr val="lt1"/>
              </a:buClr>
              <a:buSzPts val="1600"/>
              <a:buNone/>
              <a:defRPr sz="1600">
                <a:solidFill>
                  <a:schemeClr val="lt1"/>
                </a:solidFill>
              </a:defRPr>
            </a:lvl2pPr>
            <a:lvl3pPr lvl="2">
              <a:lnSpc>
                <a:spcPct val="100000"/>
              </a:lnSpc>
              <a:spcBef>
                <a:spcPts val="0"/>
              </a:spcBef>
              <a:spcAft>
                <a:spcPts val="0"/>
              </a:spcAft>
              <a:buClr>
                <a:schemeClr val="lt1"/>
              </a:buClr>
              <a:buSzPts val="1600"/>
              <a:buNone/>
              <a:defRPr sz="1600">
                <a:solidFill>
                  <a:schemeClr val="lt1"/>
                </a:solidFill>
              </a:defRPr>
            </a:lvl3pPr>
            <a:lvl4pPr lvl="3">
              <a:lnSpc>
                <a:spcPct val="100000"/>
              </a:lnSpc>
              <a:spcBef>
                <a:spcPts val="0"/>
              </a:spcBef>
              <a:spcAft>
                <a:spcPts val="0"/>
              </a:spcAft>
              <a:buClr>
                <a:schemeClr val="lt1"/>
              </a:buClr>
              <a:buSzPts val="1600"/>
              <a:buNone/>
              <a:defRPr sz="1600">
                <a:solidFill>
                  <a:schemeClr val="lt1"/>
                </a:solidFill>
              </a:defRPr>
            </a:lvl4pPr>
            <a:lvl5pPr lvl="4">
              <a:lnSpc>
                <a:spcPct val="100000"/>
              </a:lnSpc>
              <a:spcBef>
                <a:spcPts val="0"/>
              </a:spcBef>
              <a:spcAft>
                <a:spcPts val="0"/>
              </a:spcAft>
              <a:buClr>
                <a:schemeClr val="lt1"/>
              </a:buClr>
              <a:buSzPts val="1600"/>
              <a:buNone/>
              <a:defRPr sz="1600">
                <a:solidFill>
                  <a:schemeClr val="lt1"/>
                </a:solidFill>
              </a:defRPr>
            </a:lvl5pPr>
            <a:lvl6pPr lvl="5">
              <a:lnSpc>
                <a:spcPct val="100000"/>
              </a:lnSpc>
              <a:spcBef>
                <a:spcPts val="0"/>
              </a:spcBef>
              <a:spcAft>
                <a:spcPts val="0"/>
              </a:spcAft>
              <a:buClr>
                <a:schemeClr val="lt1"/>
              </a:buClr>
              <a:buSzPts val="1600"/>
              <a:buNone/>
              <a:defRPr sz="1600">
                <a:solidFill>
                  <a:schemeClr val="lt1"/>
                </a:solidFill>
              </a:defRPr>
            </a:lvl6pPr>
            <a:lvl7pPr lvl="6">
              <a:lnSpc>
                <a:spcPct val="100000"/>
              </a:lnSpc>
              <a:spcBef>
                <a:spcPts val="0"/>
              </a:spcBef>
              <a:spcAft>
                <a:spcPts val="0"/>
              </a:spcAft>
              <a:buClr>
                <a:schemeClr val="lt1"/>
              </a:buClr>
              <a:buSzPts val="1600"/>
              <a:buNone/>
              <a:defRPr sz="1600">
                <a:solidFill>
                  <a:schemeClr val="lt1"/>
                </a:solidFill>
              </a:defRPr>
            </a:lvl7pPr>
            <a:lvl8pPr lvl="7">
              <a:lnSpc>
                <a:spcPct val="100000"/>
              </a:lnSpc>
              <a:spcBef>
                <a:spcPts val="0"/>
              </a:spcBef>
              <a:spcAft>
                <a:spcPts val="0"/>
              </a:spcAft>
              <a:buClr>
                <a:schemeClr val="lt1"/>
              </a:buClr>
              <a:buSzPts val="1600"/>
              <a:buNone/>
              <a:defRPr sz="1600">
                <a:solidFill>
                  <a:schemeClr val="lt1"/>
                </a:solidFill>
              </a:defRPr>
            </a:lvl8pPr>
            <a:lvl9pPr lvl="8">
              <a:lnSpc>
                <a:spcPct val="100000"/>
              </a:lnSpc>
              <a:spcBef>
                <a:spcPts val="0"/>
              </a:spcBef>
              <a:spcAft>
                <a:spcPts val="0"/>
              </a:spcAft>
              <a:buClr>
                <a:schemeClr val="lt1"/>
              </a:buClr>
              <a:buSzPts val="1600"/>
              <a:buNone/>
              <a:defRPr sz="1600">
                <a:solidFill>
                  <a:schemeClr val="lt1"/>
                </a:solidFill>
              </a:defRPr>
            </a:lvl9pPr>
          </a:lstStyle>
          <a:p/>
        </p:txBody>
      </p:sp>
      <p:sp>
        <p:nvSpPr>
          <p:cNvPr id="101" name="Google Shape;101;p9"/>
          <p:cNvSpPr txBox="1"/>
          <p:nvPr>
            <p:ph idx="2" type="body"/>
          </p:nvPr>
        </p:nvSpPr>
        <p:spPr>
          <a:xfrm>
            <a:off x="819150" y="2467050"/>
            <a:ext cx="5859900" cy="2095500"/>
          </a:xfrm>
          <a:prstGeom prst="rect">
            <a:avLst/>
          </a:prstGeom>
        </p:spPr>
        <p:txBody>
          <a:bodyPr anchorCtr="0" anchor="t" bIns="91425" lIns="91425" spcFirstLastPara="1" rIns="91425" wrap="square" tIns="91425">
            <a:normAutofit/>
          </a:bodyPr>
          <a:lstStyle>
            <a:lvl1pPr indent="-311150" lvl="0" marL="457200">
              <a:spcBef>
                <a:spcPts val="0"/>
              </a:spcBef>
              <a:spcAft>
                <a:spcPts val="0"/>
              </a:spcAft>
              <a:buSzPts val="1300"/>
              <a:buChar char="●"/>
              <a:defRPr/>
            </a:lvl1pPr>
            <a:lvl2pPr indent="-298450" lvl="1" marL="914400">
              <a:spcBef>
                <a:spcPts val="0"/>
              </a:spcBef>
              <a:spcAft>
                <a:spcPts val="0"/>
              </a:spcAft>
              <a:buSzPts val="1100"/>
              <a:buChar char="○"/>
              <a:defRPr/>
            </a:lvl2pPr>
            <a:lvl3pPr indent="-298450" lvl="2" marL="1371600">
              <a:spcBef>
                <a:spcPts val="0"/>
              </a:spcBef>
              <a:spcAft>
                <a:spcPts val="0"/>
              </a:spcAft>
              <a:buSzPts val="1100"/>
              <a:buChar char="■"/>
              <a:defRPr/>
            </a:lvl3pPr>
            <a:lvl4pPr indent="-298450" lvl="3" marL="1828800">
              <a:spcBef>
                <a:spcPts val="0"/>
              </a:spcBef>
              <a:spcAft>
                <a:spcPts val="0"/>
              </a:spcAft>
              <a:buSzPts val="1100"/>
              <a:buChar char="●"/>
              <a:defRPr/>
            </a:lvl4pPr>
            <a:lvl5pPr indent="-298450" lvl="4" marL="2286000">
              <a:spcBef>
                <a:spcPts val="0"/>
              </a:spcBef>
              <a:spcAft>
                <a:spcPts val="0"/>
              </a:spcAft>
              <a:buSzPts val="1100"/>
              <a:buChar char="○"/>
              <a:defRPr/>
            </a:lvl5pPr>
            <a:lvl6pPr indent="-298450" lvl="5" marL="2743200">
              <a:spcBef>
                <a:spcPts val="0"/>
              </a:spcBef>
              <a:spcAft>
                <a:spcPts val="0"/>
              </a:spcAft>
              <a:buSzPts val="1100"/>
              <a:buChar char="■"/>
              <a:defRPr/>
            </a:lvl6pPr>
            <a:lvl7pPr indent="-298450" lvl="6" marL="3200400">
              <a:spcBef>
                <a:spcPts val="0"/>
              </a:spcBef>
              <a:spcAft>
                <a:spcPts val="0"/>
              </a:spcAft>
              <a:buSzPts val="1100"/>
              <a:buChar char="●"/>
              <a:defRPr/>
            </a:lvl7pPr>
            <a:lvl8pPr indent="-298450" lvl="7" marL="3657600">
              <a:spcBef>
                <a:spcPts val="0"/>
              </a:spcBef>
              <a:spcAft>
                <a:spcPts val="0"/>
              </a:spcAft>
              <a:buSzPts val="1100"/>
              <a:buChar char="○"/>
              <a:defRPr/>
            </a:lvl8pPr>
            <a:lvl9pPr indent="-298450" lvl="8" marL="4114800">
              <a:spcBef>
                <a:spcPts val="0"/>
              </a:spcBef>
              <a:spcAft>
                <a:spcPts val="0"/>
              </a:spcAft>
              <a:buSzPts val="1100"/>
              <a:buChar char="■"/>
              <a:defRPr/>
            </a:lvl9pPr>
          </a:lstStyle>
          <a:p/>
        </p:txBody>
      </p:sp>
      <p:sp>
        <p:nvSpPr>
          <p:cNvPr id="102" name="Google Shape;102;p9"/>
          <p:cNvSpPr txBox="1"/>
          <p:nvPr>
            <p:ph idx="12" type="sldNum"/>
          </p:nvPr>
        </p:nvSpPr>
        <p:spPr>
          <a:xfrm>
            <a:off x="8390734" y="4543668"/>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bg>
      <p:bgPr>
        <a:solidFill>
          <a:schemeClr val="accent1"/>
        </a:solidFill>
      </p:bgPr>
    </p:bg>
    <p:spTree>
      <p:nvGrpSpPr>
        <p:cNvPr id="103" name="Shape 103"/>
        <p:cNvGrpSpPr/>
        <p:nvPr/>
      </p:nvGrpSpPr>
      <p:grpSpPr>
        <a:xfrm>
          <a:off x="0" y="0"/>
          <a:ext cx="0" cy="0"/>
          <a:chOff x="0" y="0"/>
          <a:chExt cx="0" cy="0"/>
        </a:xfrm>
      </p:grpSpPr>
      <p:sp>
        <p:nvSpPr>
          <p:cNvPr id="104" name="Google Shape;104;p10"/>
          <p:cNvSpPr/>
          <p:nvPr/>
        </p:nvSpPr>
        <p:spPr>
          <a:xfrm>
            <a:off x="31" y="2824500"/>
            <a:ext cx="7370400" cy="2319000"/>
          </a:xfrm>
          <a:prstGeom prst="rtTriangle">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5" name="Google Shape;105;p10"/>
          <p:cNvSpPr/>
          <p:nvPr/>
        </p:nvSpPr>
        <p:spPr>
          <a:xfrm flipH="1">
            <a:off x="3582600" y="1550700"/>
            <a:ext cx="5561400" cy="3592800"/>
          </a:xfrm>
          <a:prstGeom prst="rtTriangle">
            <a:avLst/>
          </a:pr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6" name="Google Shape;106;p10"/>
          <p:cNvSpPr/>
          <p:nvPr/>
        </p:nvSpPr>
        <p:spPr>
          <a:xfrm>
            <a:off x="203225" y="206250"/>
            <a:ext cx="8737500" cy="4731000"/>
          </a:xfrm>
          <a:prstGeom prst="rect">
            <a:avLst/>
          </a:prstGeom>
          <a:solidFill>
            <a:schemeClr val="dk1"/>
          </a:solidFill>
          <a:ln>
            <a:noFill/>
          </a:ln>
          <a:effectLst>
            <a:outerShdw blurRad="228600" sx="101000" rotWithShape="0" algn="ctr" sy="101000">
              <a:srgbClr val="000000">
                <a:alpha val="400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7" name="Google Shape;107;p10"/>
          <p:cNvSpPr txBox="1"/>
          <p:nvPr>
            <p:ph idx="1" type="body"/>
          </p:nvPr>
        </p:nvSpPr>
        <p:spPr>
          <a:xfrm>
            <a:off x="328025" y="4163500"/>
            <a:ext cx="7415100" cy="605100"/>
          </a:xfrm>
          <a:prstGeom prst="rect">
            <a:avLst/>
          </a:prstGeom>
        </p:spPr>
        <p:txBody>
          <a:bodyPr anchorCtr="0" anchor="b" bIns="91425" lIns="91425" spcFirstLastPara="1" rIns="91425" wrap="square" tIns="91425">
            <a:normAutofit/>
          </a:bodyPr>
          <a:lstStyle>
            <a:lvl1pPr indent="-228600" lvl="0" marL="457200">
              <a:lnSpc>
                <a:spcPct val="100000"/>
              </a:lnSpc>
              <a:spcBef>
                <a:spcPts val="0"/>
              </a:spcBef>
              <a:spcAft>
                <a:spcPts val="0"/>
              </a:spcAft>
              <a:buSzPts val="1300"/>
              <a:buNone/>
              <a:defRPr/>
            </a:lvl1pPr>
          </a:lstStyle>
          <a:p/>
        </p:txBody>
      </p:sp>
      <p:sp>
        <p:nvSpPr>
          <p:cNvPr id="108" name="Google Shape;108;p10"/>
          <p:cNvSpPr txBox="1"/>
          <p:nvPr>
            <p:ph idx="12" type="sldNum"/>
          </p:nvPr>
        </p:nvSpPr>
        <p:spPr>
          <a:xfrm>
            <a:off x="8390734" y="4543668"/>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bg>
      <p:bgPr>
        <a:solidFill>
          <a:schemeClr val="accent3"/>
        </a:solidFill>
      </p:bgPr>
    </p:bg>
    <p:spTree>
      <p:nvGrpSpPr>
        <p:cNvPr id="109" name="Shape 109"/>
        <p:cNvGrpSpPr/>
        <p:nvPr/>
      </p:nvGrpSpPr>
      <p:grpSpPr>
        <a:xfrm>
          <a:off x="0" y="0"/>
          <a:ext cx="0" cy="0"/>
          <a:chOff x="0" y="0"/>
          <a:chExt cx="0" cy="0"/>
        </a:xfrm>
      </p:grpSpPr>
      <p:sp>
        <p:nvSpPr>
          <p:cNvPr id="110" name="Google Shape;110;p11"/>
          <p:cNvSpPr/>
          <p:nvPr/>
        </p:nvSpPr>
        <p:spPr>
          <a:xfrm flipH="1">
            <a:off x="5569200" y="2834075"/>
            <a:ext cx="3574800" cy="2309400"/>
          </a:xfrm>
          <a:prstGeom prst="rtTriangle">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111" name="Google Shape;111;p11"/>
          <p:cNvGrpSpPr/>
          <p:nvPr/>
        </p:nvGrpSpPr>
        <p:grpSpPr>
          <a:xfrm>
            <a:off x="5959222" y="4119576"/>
            <a:ext cx="2520952" cy="1024165"/>
            <a:chOff x="6917201" y="0"/>
            <a:chExt cx="2227777" cy="863400"/>
          </a:xfrm>
        </p:grpSpPr>
        <p:sp>
          <p:nvSpPr>
            <p:cNvPr id="112" name="Google Shape;112;p11"/>
            <p:cNvSpPr/>
            <p:nvPr/>
          </p:nvSpPr>
          <p:spPr>
            <a:xfrm>
              <a:off x="7641677" y="0"/>
              <a:ext cx="1503300" cy="863400"/>
            </a:xfrm>
            <a:prstGeom prst="parallelogram">
              <a:avLst>
                <a:gd fmla="val 158024" name="adj"/>
              </a:avLst>
            </a:pr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3" name="Google Shape;113;p11"/>
            <p:cNvSpPr/>
            <p:nvPr/>
          </p:nvSpPr>
          <p:spPr>
            <a:xfrm>
              <a:off x="7279439" y="0"/>
              <a:ext cx="1503300" cy="863400"/>
            </a:xfrm>
            <a:prstGeom prst="parallelogram">
              <a:avLst>
                <a:gd fmla="val 158024" name="adj"/>
              </a:avLst>
            </a:pr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4" name="Google Shape;114;p11"/>
            <p:cNvSpPr/>
            <p:nvPr/>
          </p:nvSpPr>
          <p:spPr>
            <a:xfrm>
              <a:off x="6917201" y="0"/>
              <a:ext cx="1503300" cy="863400"/>
            </a:xfrm>
            <a:prstGeom prst="parallelogram">
              <a:avLst>
                <a:gd fmla="val 158024" name="adj"/>
              </a:avLst>
            </a:pr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15" name="Google Shape;115;p11"/>
          <p:cNvGrpSpPr/>
          <p:nvPr/>
        </p:nvGrpSpPr>
        <p:grpSpPr>
          <a:xfrm>
            <a:off x="199149" y="2"/>
            <a:ext cx="2795414" cy="1083308"/>
            <a:chOff x="6917201" y="0"/>
            <a:chExt cx="2227777" cy="863400"/>
          </a:xfrm>
        </p:grpSpPr>
        <p:sp>
          <p:nvSpPr>
            <p:cNvPr id="116" name="Google Shape;116;p11"/>
            <p:cNvSpPr/>
            <p:nvPr/>
          </p:nvSpPr>
          <p:spPr>
            <a:xfrm>
              <a:off x="7641677" y="0"/>
              <a:ext cx="1503300" cy="863400"/>
            </a:xfrm>
            <a:prstGeom prst="parallelogram">
              <a:avLst>
                <a:gd fmla="val 158024" name="adj"/>
              </a:avLst>
            </a:pr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7" name="Google Shape;117;p11"/>
            <p:cNvSpPr/>
            <p:nvPr/>
          </p:nvSpPr>
          <p:spPr>
            <a:xfrm>
              <a:off x="7279439" y="0"/>
              <a:ext cx="1503300" cy="863400"/>
            </a:xfrm>
            <a:prstGeom prst="parallelogram">
              <a:avLst>
                <a:gd fmla="val 158024" name="adj"/>
              </a:avLst>
            </a:pr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8" name="Google Shape;118;p11"/>
            <p:cNvSpPr/>
            <p:nvPr/>
          </p:nvSpPr>
          <p:spPr>
            <a:xfrm>
              <a:off x="6917201" y="0"/>
              <a:ext cx="1503300" cy="863400"/>
            </a:xfrm>
            <a:prstGeom prst="parallelogram">
              <a:avLst>
                <a:gd fmla="val 158024" name="adj"/>
              </a:avLst>
            </a:pr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119" name="Google Shape;119;p11"/>
          <p:cNvSpPr txBox="1"/>
          <p:nvPr>
            <p:ph hasCustomPrompt="1" type="title"/>
          </p:nvPr>
        </p:nvSpPr>
        <p:spPr>
          <a:xfrm>
            <a:off x="1385850" y="1383850"/>
            <a:ext cx="6372300" cy="1379700"/>
          </a:xfrm>
          <a:prstGeom prst="rect">
            <a:avLst/>
          </a:prstGeom>
        </p:spPr>
        <p:txBody>
          <a:bodyPr anchorCtr="0" anchor="ctr" bIns="91425" lIns="91425" spcFirstLastPara="1" rIns="91425" wrap="square" tIns="91425">
            <a:normAutofit/>
          </a:bodyPr>
          <a:lstStyle>
            <a:lvl1pPr lvl="0" algn="ctr">
              <a:spcBef>
                <a:spcPts val="0"/>
              </a:spcBef>
              <a:spcAft>
                <a:spcPts val="0"/>
              </a:spcAft>
              <a:buClr>
                <a:schemeClr val="dk2"/>
              </a:buClr>
              <a:buSzPts val="8600"/>
              <a:buNone/>
              <a:defRPr sz="8600">
                <a:solidFill>
                  <a:schemeClr val="dk2"/>
                </a:solidFill>
              </a:defRPr>
            </a:lvl1pPr>
            <a:lvl2pPr lvl="1" algn="ctr">
              <a:spcBef>
                <a:spcPts val="0"/>
              </a:spcBef>
              <a:spcAft>
                <a:spcPts val="0"/>
              </a:spcAft>
              <a:buClr>
                <a:schemeClr val="dk2"/>
              </a:buClr>
              <a:buSzPts val="8600"/>
              <a:buNone/>
              <a:defRPr sz="8600">
                <a:solidFill>
                  <a:schemeClr val="dk2"/>
                </a:solidFill>
              </a:defRPr>
            </a:lvl2pPr>
            <a:lvl3pPr lvl="2" algn="ctr">
              <a:spcBef>
                <a:spcPts val="0"/>
              </a:spcBef>
              <a:spcAft>
                <a:spcPts val="0"/>
              </a:spcAft>
              <a:buClr>
                <a:schemeClr val="dk2"/>
              </a:buClr>
              <a:buSzPts val="8600"/>
              <a:buNone/>
              <a:defRPr sz="8600">
                <a:solidFill>
                  <a:schemeClr val="dk2"/>
                </a:solidFill>
              </a:defRPr>
            </a:lvl3pPr>
            <a:lvl4pPr lvl="3" algn="ctr">
              <a:spcBef>
                <a:spcPts val="0"/>
              </a:spcBef>
              <a:spcAft>
                <a:spcPts val="0"/>
              </a:spcAft>
              <a:buClr>
                <a:schemeClr val="dk2"/>
              </a:buClr>
              <a:buSzPts val="8600"/>
              <a:buNone/>
              <a:defRPr sz="8600">
                <a:solidFill>
                  <a:schemeClr val="dk2"/>
                </a:solidFill>
              </a:defRPr>
            </a:lvl4pPr>
            <a:lvl5pPr lvl="4" algn="ctr">
              <a:spcBef>
                <a:spcPts val="0"/>
              </a:spcBef>
              <a:spcAft>
                <a:spcPts val="0"/>
              </a:spcAft>
              <a:buClr>
                <a:schemeClr val="dk2"/>
              </a:buClr>
              <a:buSzPts val="8600"/>
              <a:buNone/>
              <a:defRPr sz="8600">
                <a:solidFill>
                  <a:schemeClr val="dk2"/>
                </a:solidFill>
              </a:defRPr>
            </a:lvl5pPr>
            <a:lvl6pPr lvl="5" algn="ctr">
              <a:spcBef>
                <a:spcPts val="0"/>
              </a:spcBef>
              <a:spcAft>
                <a:spcPts val="0"/>
              </a:spcAft>
              <a:buClr>
                <a:schemeClr val="dk2"/>
              </a:buClr>
              <a:buSzPts val="8600"/>
              <a:buNone/>
              <a:defRPr sz="8600">
                <a:solidFill>
                  <a:schemeClr val="dk2"/>
                </a:solidFill>
              </a:defRPr>
            </a:lvl6pPr>
            <a:lvl7pPr lvl="6" algn="ctr">
              <a:spcBef>
                <a:spcPts val="0"/>
              </a:spcBef>
              <a:spcAft>
                <a:spcPts val="0"/>
              </a:spcAft>
              <a:buClr>
                <a:schemeClr val="dk2"/>
              </a:buClr>
              <a:buSzPts val="8600"/>
              <a:buNone/>
              <a:defRPr sz="8600">
                <a:solidFill>
                  <a:schemeClr val="dk2"/>
                </a:solidFill>
              </a:defRPr>
            </a:lvl7pPr>
            <a:lvl8pPr lvl="7" algn="ctr">
              <a:spcBef>
                <a:spcPts val="0"/>
              </a:spcBef>
              <a:spcAft>
                <a:spcPts val="0"/>
              </a:spcAft>
              <a:buClr>
                <a:schemeClr val="dk2"/>
              </a:buClr>
              <a:buSzPts val="8600"/>
              <a:buNone/>
              <a:defRPr sz="8600">
                <a:solidFill>
                  <a:schemeClr val="dk2"/>
                </a:solidFill>
              </a:defRPr>
            </a:lvl8pPr>
            <a:lvl9pPr lvl="8" algn="ctr">
              <a:spcBef>
                <a:spcPts val="0"/>
              </a:spcBef>
              <a:spcAft>
                <a:spcPts val="0"/>
              </a:spcAft>
              <a:buClr>
                <a:schemeClr val="dk2"/>
              </a:buClr>
              <a:buSzPts val="8600"/>
              <a:buNone/>
              <a:defRPr sz="8600">
                <a:solidFill>
                  <a:schemeClr val="dk2"/>
                </a:solidFill>
              </a:defRPr>
            </a:lvl9pPr>
          </a:lstStyle>
          <a:p>
            <a:r>
              <a:t>xx%</a:t>
            </a:r>
          </a:p>
        </p:txBody>
      </p:sp>
      <p:sp>
        <p:nvSpPr>
          <p:cNvPr id="120" name="Google Shape;120;p11"/>
          <p:cNvSpPr txBox="1"/>
          <p:nvPr>
            <p:ph idx="1" type="body"/>
          </p:nvPr>
        </p:nvSpPr>
        <p:spPr>
          <a:xfrm>
            <a:off x="1385850" y="2863850"/>
            <a:ext cx="6372300" cy="641100"/>
          </a:xfrm>
          <a:prstGeom prst="rect">
            <a:avLst/>
          </a:prstGeom>
        </p:spPr>
        <p:txBody>
          <a:bodyPr anchorCtr="0" anchor="t" bIns="91425" lIns="91425" spcFirstLastPara="1" rIns="91425" wrap="square" tIns="91425">
            <a:normAutofit/>
          </a:bodyPr>
          <a:lstStyle>
            <a:lvl1pPr indent="-311150" lvl="0" marL="457200" algn="ctr">
              <a:spcBef>
                <a:spcPts val="0"/>
              </a:spcBef>
              <a:spcAft>
                <a:spcPts val="0"/>
              </a:spcAft>
              <a:buSzPts val="1300"/>
              <a:buChar char="●"/>
              <a:defRPr/>
            </a:lvl1pPr>
            <a:lvl2pPr indent="-298450" lvl="1" marL="914400" algn="ctr">
              <a:spcBef>
                <a:spcPts val="0"/>
              </a:spcBef>
              <a:spcAft>
                <a:spcPts val="0"/>
              </a:spcAft>
              <a:buSzPts val="1100"/>
              <a:buChar char="○"/>
              <a:defRPr/>
            </a:lvl2pPr>
            <a:lvl3pPr indent="-298450" lvl="2" marL="1371600" algn="ctr">
              <a:spcBef>
                <a:spcPts val="0"/>
              </a:spcBef>
              <a:spcAft>
                <a:spcPts val="0"/>
              </a:spcAft>
              <a:buSzPts val="1100"/>
              <a:buChar char="■"/>
              <a:defRPr/>
            </a:lvl3pPr>
            <a:lvl4pPr indent="-298450" lvl="3" marL="1828800" algn="ctr">
              <a:spcBef>
                <a:spcPts val="0"/>
              </a:spcBef>
              <a:spcAft>
                <a:spcPts val="0"/>
              </a:spcAft>
              <a:buSzPts val="1100"/>
              <a:buChar char="●"/>
              <a:defRPr/>
            </a:lvl4pPr>
            <a:lvl5pPr indent="-298450" lvl="4" marL="2286000" algn="ctr">
              <a:spcBef>
                <a:spcPts val="0"/>
              </a:spcBef>
              <a:spcAft>
                <a:spcPts val="0"/>
              </a:spcAft>
              <a:buSzPts val="1100"/>
              <a:buChar char="○"/>
              <a:defRPr/>
            </a:lvl5pPr>
            <a:lvl6pPr indent="-298450" lvl="5" marL="2743200" algn="ctr">
              <a:spcBef>
                <a:spcPts val="0"/>
              </a:spcBef>
              <a:spcAft>
                <a:spcPts val="0"/>
              </a:spcAft>
              <a:buSzPts val="1100"/>
              <a:buChar char="■"/>
              <a:defRPr/>
            </a:lvl6pPr>
            <a:lvl7pPr indent="-298450" lvl="6" marL="3200400" algn="ctr">
              <a:spcBef>
                <a:spcPts val="0"/>
              </a:spcBef>
              <a:spcAft>
                <a:spcPts val="0"/>
              </a:spcAft>
              <a:buSzPts val="1100"/>
              <a:buChar char="●"/>
              <a:defRPr/>
            </a:lvl7pPr>
            <a:lvl8pPr indent="-298450" lvl="7" marL="3657600" algn="ctr">
              <a:spcBef>
                <a:spcPts val="0"/>
              </a:spcBef>
              <a:spcAft>
                <a:spcPts val="0"/>
              </a:spcAft>
              <a:buSzPts val="1100"/>
              <a:buChar char="○"/>
              <a:defRPr/>
            </a:lvl8pPr>
            <a:lvl9pPr indent="-298450" lvl="8" marL="4114800" algn="ctr">
              <a:spcBef>
                <a:spcPts val="0"/>
              </a:spcBef>
              <a:spcAft>
                <a:spcPts val="0"/>
              </a:spcAft>
              <a:buSzPts val="1100"/>
              <a:buChar char="■"/>
              <a:defRPr/>
            </a:lvl9pPr>
          </a:lstStyle>
          <a:p/>
        </p:txBody>
      </p:sp>
      <p:sp>
        <p:nvSpPr>
          <p:cNvPr id="121" name="Google Shape;121;p11"/>
          <p:cNvSpPr txBox="1"/>
          <p:nvPr>
            <p:ph idx="12" type="sldNum"/>
          </p:nvPr>
        </p:nvSpPr>
        <p:spPr>
          <a:xfrm>
            <a:off x="8390734" y="4543668"/>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122" name="Shape 122"/>
        <p:cNvGrpSpPr/>
        <p:nvPr/>
      </p:nvGrpSpPr>
      <p:grpSpPr>
        <a:xfrm>
          <a:off x="0" y="0"/>
          <a:ext cx="0" cy="0"/>
          <a:chOff x="0" y="0"/>
          <a:chExt cx="0" cy="0"/>
        </a:xfrm>
      </p:grpSpPr>
      <p:sp>
        <p:nvSpPr>
          <p:cNvPr id="123" name="Google Shape;123;p12"/>
          <p:cNvSpPr txBox="1"/>
          <p:nvPr>
            <p:ph idx="12" type="sldNum"/>
          </p:nvPr>
        </p:nvSpPr>
        <p:spPr>
          <a:xfrm>
            <a:off x="8390734" y="4543668"/>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2.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hift">
    <p:bg>
      <p:bgPr>
        <a:solidFill>
          <a:schemeClr val="dk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a:spcBef>
                <a:spcPts val="0"/>
              </a:spcBef>
              <a:spcAft>
                <a:spcPts val="0"/>
              </a:spcAft>
              <a:buClr>
                <a:schemeClr val="lt1"/>
              </a:buClr>
              <a:buSzPts val="2800"/>
              <a:buFont typeface="Nunito"/>
              <a:buNone/>
              <a:defRPr sz="2800">
                <a:solidFill>
                  <a:schemeClr val="lt1"/>
                </a:solidFill>
                <a:latin typeface="Nunito"/>
                <a:ea typeface="Nunito"/>
                <a:cs typeface="Nunito"/>
                <a:sym typeface="Nunito"/>
              </a:defRPr>
            </a:lvl1pPr>
            <a:lvl2pPr lvl="1">
              <a:spcBef>
                <a:spcPts val="0"/>
              </a:spcBef>
              <a:spcAft>
                <a:spcPts val="0"/>
              </a:spcAft>
              <a:buClr>
                <a:schemeClr val="lt1"/>
              </a:buClr>
              <a:buSzPts val="2800"/>
              <a:buFont typeface="Nunito"/>
              <a:buNone/>
              <a:defRPr sz="2800">
                <a:solidFill>
                  <a:schemeClr val="lt1"/>
                </a:solidFill>
                <a:latin typeface="Nunito"/>
                <a:ea typeface="Nunito"/>
                <a:cs typeface="Nunito"/>
                <a:sym typeface="Nunito"/>
              </a:defRPr>
            </a:lvl2pPr>
            <a:lvl3pPr lvl="2">
              <a:spcBef>
                <a:spcPts val="0"/>
              </a:spcBef>
              <a:spcAft>
                <a:spcPts val="0"/>
              </a:spcAft>
              <a:buClr>
                <a:schemeClr val="lt1"/>
              </a:buClr>
              <a:buSzPts val="2800"/>
              <a:buFont typeface="Nunito"/>
              <a:buNone/>
              <a:defRPr sz="2800">
                <a:solidFill>
                  <a:schemeClr val="lt1"/>
                </a:solidFill>
                <a:latin typeface="Nunito"/>
                <a:ea typeface="Nunito"/>
                <a:cs typeface="Nunito"/>
                <a:sym typeface="Nunito"/>
              </a:defRPr>
            </a:lvl3pPr>
            <a:lvl4pPr lvl="3">
              <a:spcBef>
                <a:spcPts val="0"/>
              </a:spcBef>
              <a:spcAft>
                <a:spcPts val="0"/>
              </a:spcAft>
              <a:buClr>
                <a:schemeClr val="lt1"/>
              </a:buClr>
              <a:buSzPts val="2800"/>
              <a:buFont typeface="Nunito"/>
              <a:buNone/>
              <a:defRPr sz="2800">
                <a:solidFill>
                  <a:schemeClr val="lt1"/>
                </a:solidFill>
                <a:latin typeface="Nunito"/>
                <a:ea typeface="Nunito"/>
                <a:cs typeface="Nunito"/>
                <a:sym typeface="Nunito"/>
              </a:defRPr>
            </a:lvl4pPr>
            <a:lvl5pPr lvl="4">
              <a:spcBef>
                <a:spcPts val="0"/>
              </a:spcBef>
              <a:spcAft>
                <a:spcPts val="0"/>
              </a:spcAft>
              <a:buClr>
                <a:schemeClr val="lt1"/>
              </a:buClr>
              <a:buSzPts val="2800"/>
              <a:buFont typeface="Nunito"/>
              <a:buNone/>
              <a:defRPr sz="2800">
                <a:solidFill>
                  <a:schemeClr val="lt1"/>
                </a:solidFill>
                <a:latin typeface="Nunito"/>
                <a:ea typeface="Nunito"/>
                <a:cs typeface="Nunito"/>
                <a:sym typeface="Nunito"/>
              </a:defRPr>
            </a:lvl5pPr>
            <a:lvl6pPr lvl="5">
              <a:spcBef>
                <a:spcPts val="0"/>
              </a:spcBef>
              <a:spcAft>
                <a:spcPts val="0"/>
              </a:spcAft>
              <a:buClr>
                <a:schemeClr val="lt1"/>
              </a:buClr>
              <a:buSzPts val="2800"/>
              <a:buFont typeface="Nunito"/>
              <a:buNone/>
              <a:defRPr sz="2800">
                <a:solidFill>
                  <a:schemeClr val="lt1"/>
                </a:solidFill>
                <a:latin typeface="Nunito"/>
                <a:ea typeface="Nunito"/>
                <a:cs typeface="Nunito"/>
                <a:sym typeface="Nunito"/>
              </a:defRPr>
            </a:lvl6pPr>
            <a:lvl7pPr lvl="6">
              <a:spcBef>
                <a:spcPts val="0"/>
              </a:spcBef>
              <a:spcAft>
                <a:spcPts val="0"/>
              </a:spcAft>
              <a:buClr>
                <a:schemeClr val="lt1"/>
              </a:buClr>
              <a:buSzPts val="2800"/>
              <a:buFont typeface="Nunito"/>
              <a:buNone/>
              <a:defRPr sz="2800">
                <a:solidFill>
                  <a:schemeClr val="lt1"/>
                </a:solidFill>
                <a:latin typeface="Nunito"/>
                <a:ea typeface="Nunito"/>
                <a:cs typeface="Nunito"/>
                <a:sym typeface="Nunito"/>
              </a:defRPr>
            </a:lvl7pPr>
            <a:lvl8pPr lvl="7">
              <a:spcBef>
                <a:spcPts val="0"/>
              </a:spcBef>
              <a:spcAft>
                <a:spcPts val="0"/>
              </a:spcAft>
              <a:buClr>
                <a:schemeClr val="lt1"/>
              </a:buClr>
              <a:buSzPts val="2800"/>
              <a:buFont typeface="Nunito"/>
              <a:buNone/>
              <a:defRPr sz="2800">
                <a:solidFill>
                  <a:schemeClr val="lt1"/>
                </a:solidFill>
                <a:latin typeface="Nunito"/>
                <a:ea typeface="Nunito"/>
                <a:cs typeface="Nunito"/>
                <a:sym typeface="Nunito"/>
              </a:defRPr>
            </a:lvl8pPr>
            <a:lvl9pPr lvl="8">
              <a:spcBef>
                <a:spcPts val="0"/>
              </a:spcBef>
              <a:spcAft>
                <a:spcPts val="0"/>
              </a:spcAft>
              <a:buClr>
                <a:schemeClr val="lt1"/>
              </a:buClr>
              <a:buSzPts val="2800"/>
              <a:buFont typeface="Nunito"/>
              <a:buNone/>
              <a:defRPr sz="2800">
                <a:solidFill>
                  <a:schemeClr val="lt1"/>
                </a:solidFill>
                <a:latin typeface="Nunito"/>
                <a:ea typeface="Nunito"/>
                <a:cs typeface="Nunito"/>
                <a:sym typeface="Nunito"/>
              </a:defRPr>
            </a:lvl9pPr>
          </a:lstStyle>
          <a:p/>
        </p:txBody>
      </p:sp>
      <p:sp>
        <p:nvSpPr>
          <p:cNvPr id="7" name="Google Shape;7;p1"/>
          <p:cNvSpPr txBox="1"/>
          <p:nvPr>
            <p:ph idx="1" type="body"/>
          </p:nvPr>
        </p:nvSpPr>
        <p:spPr>
          <a:xfrm>
            <a:off x="311700" y="1152475"/>
            <a:ext cx="8520600" cy="3391200"/>
          </a:xfrm>
          <a:prstGeom prst="rect">
            <a:avLst/>
          </a:prstGeom>
          <a:noFill/>
          <a:ln>
            <a:noFill/>
          </a:ln>
        </p:spPr>
        <p:txBody>
          <a:bodyPr anchorCtr="0" anchor="t" bIns="91425" lIns="91425" spcFirstLastPara="1" rIns="91425" wrap="square" tIns="91425">
            <a:normAutofit/>
          </a:bodyPr>
          <a:lstStyle>
            <a:lvl1pPr indent="-311150" lvl="0" marL="457200">
              <a:lnSpc>
                <a:spcPct val="115000"/>
              </a:lnSpc>
              <a:spcBef>
                <a:spcPts val="0"/>
              </a:spcBef>
              <a:spcAft>
                <a:spcPts val="0"/>
              </a:spcAft>
              <a:buClr>
                <a:schemeClr val="dk2"/>
              </a:buClr>
              <a:buSzPts val="1300"/>
              <a:buFont typeface="Calibri"/>
              <a:buChar char="●"/>
              <a:defRPr sz="1300">
                <a:solidFill>
                  <a:schemeClr val="dk2"/>
                </a:solidFill>
                <a:latin typeface="Calibri"/>
                <a:ea typeface="Calibri"/>
                <a:cs typeface="Calibri"/>
                <a:sym typeface="Calibri"/>
              </a:defRPr>
            </a:lvl1pPr>
            <a:lvl2pPr indent="-298450" lvl="1" marL="914400">
              <a:lnSpc>
                <a:spcPct val="115000"/>
              </a:lnSpc>
              <a:spcBef>
                <a:spcPts val="0"/>
              </a:spcBef>
              <a:spcAft>
                <a:spcPts val="0"/>
              </a:spcAft>
              <a:buClr>
                <a:schemeClr val="dk2"/>
              </a:buClr>
              <a:buSzPts val="1100"/>
              <a:buFont typeface="Calibri"/>
              <a:buChar char="○"/>
              <a:defRPr sz="1100">
                <a:solidFill>
                  <a:schemeClr val="dk2"/>
                </a:solidFill>
                <a:latin typeface="Calibri"/>
                <a:ea typeface="Calibri"/>
                <a:cs typeface="Calibri"/>
                <a:sym typeface="Calibri"/>
              </a:defRPr>
            </a:lvl2pPr>
            <a:lvl3pPr indent="-298450" lvl="2" marL="1371600">
              <a:lnSpc>
                <a:spcPct val="115000"/>
              </a:lnSpc>
              <a:spcBef>
                <a:spcPts val="0"/>
              </a:spcBef>
              <a:spcAft>
                <a:spcPts val="0"/>
              </a:spcAft>
              <a:buClr>
                <a:schemeClr val="dk2"/>
              </a:buClr>
              <a:buSzPts val="1100"/>
              <a:buFont typeface="Calibri"/>
              <a:buChar char="■"/>
              <a:defRPr sz="1100">
                <a:solidFill>
                  <a:schemeClr val="dk2"/>
                </a:solidFill>
                <a:latin typeface="Calibri"/>
                <a:ea typeface="Calibri"/>
                <a:cs typeface="Calibri"/>
                <a:sym typeface="Calibri"/>
              </a:defRPr>
            </a:lvl3pPr>
            <a:lvl4pPr indent="-298450" lvl="3" marL="1828800">
              <a:lnSpc>
                <a:spcPct val="115000"/>
              </a:lnSpc>
              <a:spcBef>
                <a:spcPts val="0"/>
              </a:spcBef>
              <a:spcAft>
                <a:spcPts val="0"/>
              </a:spcAft>
              <a:buClr>
                <a:schemeClr val="dk2"/>
              </a:buClr>
              <a:buSzPts val="1100"/>
              <a:buFont typeface="Calibri"/>
              <a:buChar char="●"/>
              <a:defRPr sz="1100">
                <a:solidFill>
                  <a:schemeClr val="dk2"/>
                </a:solidFill>
                <a:latin typeface="Calibri"/>
                <a:ea typeface="Calibri"/>
                <a:cs typeface="Calibri"/>
                <a:sym typeface="Calibri"/>
              </a:defRPr>
            </a:lvl4pPr>
            <a:lvl5pPr indent="-298450" lvl="4" marL="2286000">
              <a:lnSpc>
                <a:spcPct val="115000"/>
              </a:lnSpc>
              <a:spcBef>
                <a:spcPts val="0"/>
              </a:spcBef>
              <a:spcAft>
                <a:spcPts val="0"/>
              </a:spcAft>
              <a:buClr>
                <a:schemeClr val="dk2"/>
              </a:buClr>
              <a:buSzPts val="1100"/>
              <a:buFont typeface="Calibri"/>
              <a:buChar char="○"/>
              <a:defRPr sz="1100">
                <a:solidFill>
                  <a:schemeClr val="dk2"/>
                </a:solidFill>
                <a:latin typeface="Calibri"/>
                <a:ea typeface="Calibri"/>
                <a:cs typeface="Calibri"/>
                <a:sym typeface="Calibri"/>
              </a:defRPr>
            </a:lvl5pPr>
            <a:lvl6pPr indent="-298450" lvl="5" marL="2743200">
              <a:lnSpc>
                <a:spcPct val="115000"/>
              </a:lnSpc>
              <a:spcBef>
                <a:spcPts val="0"/>
              </a:spcBef>
              <a:spcAft>
                <a:spcPts val="0"/>
              </a:spcAft>
              <a:buClr>
                <a:schemeClr val="dk2"/>
              </a:buClr>
              <a:buSzPts val="1100"/>
              <a:buFont typeface="Calibri"/>
              <a:buChar char="■"/>
              <a:defRPr sz="1100">
                <a:solidFill>
                  <a:schemeClr val="dk2"/>
                </a:solidFill>
                <a:latin typeface="Calibri"/>
                <a:ea typeface="Calibri"/>
                <a:cs typeface="Calibri"/>
                <a:sym typeface="Calibri"/>
              </a:defRPr>
            </a:lvl6pPr>
            <a:lvl7pPr indent="-298450" lvl="6" marL="3200400">
              <a:lnSpc>
                <a:spcPct val="115000"/>
              </a:lnSpc>
              <a:spcBef>
                <a:spcPts val="0"/>
              </a:spcBef>
              <a:spcAft>
                <a:spcPts val="0"/>
              </a:spcAft>
              <a:buClr>
                <a:schemeClr val="dk2"/>
              </a:buClr>
              <a:buSzPts val="1100"/>
              <a:buFont typeface="Calibri"/>
              <a:buChar char="●"/>
              <a:defRPr sz="1100">
                <a:solidFill>
                  <a:schemeClr val="dk2"/>
                </a:solidFill>
                <a:latin typeface="Calibri"/>
                <a:ea typeface="Calibri"/>
                <a:cs typeface="Calibri"/>
                <a:sym typeface="Calibri"/>
              </a:defRPr>
            </a:lvl7pPr>
            <a:lvl8pPr indent="-298450" lvl="7" marL="3657600">
              <a:lnSpc>
                <a:spcPct val="115000"/>
              </a:lnSpc>
              <a:spcBef>
                <a:spcPts val="0"/>
              </a:spcBef>
              <a:spcAft>
                <a:spcPts val="0"/>
              </a:spcAft>
              <a:buClr>
                <a:schemeClr val="dk2"/>
              </a:buClr>
              <a:buSzPts val="1100"/>
              <a:buFont typeface="Calibri"/>
              <a:buChar char="○"/>
              <a:defRPr sz="1100">
                <a:solidFill>
                  <a:schemeClr val="dk2"/>
                </a:solidFill>
                <a:latin typeface="Calibri"/>
                <a:ea typeface="Calibri"/>
                <a:cs typeface="Calibri"/>
                <a:sym typeface="Calibri"/>
              </a:defRPr>
            </a:lvl8pPr>
            <a:lvl9pPr indent="-298450" lvl="8" marL="4114800">
              <a:lnSpc>
                <a:spcPct val="115000"/>
              </a:lnSpc>
              <a:spcBef>
                <a:spcPts val="0"/>
              </a:spcBef>
              <a:spcAft>
                <a:spcPts val="0"/>
              </a:spcAft>
              <a:buClr>
                <a:schemeClr val="dk2"/>
              </a:buClr>
              <a:buSzPts val="1100"/>
              <a:buFont typeface="Calibri"/>
              <a:buChar char="■"/>
              <a:defRPr sz="1100">
                <a:solidFill>
                  <a:schemeClr val="dk2"/>
                </a:solidFill>
                <a:latin typeface="Calibri"/>
                <a:ea typeface="Calibri"/>
                <a:cs typeface="Calibri"/>
                <a:sym typeface="Calibri"/>
              </a:defRPr>
            </a:lvl9pPr>
          </a:lstStyle>
          <a:p/>
        </p:txBody>
      </p:sp>
      <p:sp>
        <p:nvSpPr>
          <p:cNvPr id="8" name="Google Shape;8;p1"/>
          <p:cNvSpPr txBox="1"/>
          <p:nvPr>
            <p:ph idx="12" type="sldNum"/>
          </p:nvPr>
        </p:nvSpPr>
        <p:spPr>
          <a:xfrm>
            <a:off x="8390734" y="4543668"/>
            <a:ext cx="548700" cy="393600"/>
          </a:xfrm>
          <a:prstGeom prst="rect">
            <a:avLst/>
          </a:prstGeom>
          <a:noFill/>
          <a:ln>
            <a:noFill/>
          </a:ln>
        </p:spPr>
        <p:txBody>
          <a:bodyPr anchorCtr="0" anchor="ctr" bIns="91425" lIns="91425" spcFirstLastPara="1" rIns="91425" wrap="square" tIns="91425">
            <a:normAutofit/>
          </a:bodyPr>
          <a:lstStyle>
            <a:lvl1pPr lvl="0" algn="r">
              <a:buNone/>
              <a:defRPr sz="1000">
                <a:solidFill>
                  <a:schemeClr val="dk2"/>
                </a:solidFill>
                <a:latin typeface="Nunito"/>
                <a:ea typeface="Nunito"/>
                <a:cs typeface="Nunito"/>
                <a:sym typeface="Nunito"/>
              </a:defRPr>
            </a:lvl1pPr>
            <a:lvl2pPr lvl="1" algn="r">
              <a:buNone/>
              <a:defRPr sz="1000">
                <a:solidFill>
                  <a:schemeClr val="dk2"/>
                </a:solidFill>
                <a:latin typeface="Nunito"/>
                <a:ea typeface="Nunito"/>
                <a:cs typeface="Nunito"/>
                <a:sym typeface="Nunito"/>
              </a:defRPr>
            </a:lvl2pPr>
            <a:lvl3pPr lvl="2" algn="r">
              <a:buNone/>
              <a:defRPr sz="1000">
                <a:solidFill>
                  <a:schemeClr val="dk2"/>
                </a:solidFill>
                <a:latin typeface="Nunito"/>
                <a:ea typeface="Nunito"/>
                <a:cs typeface="Nunito"/>
                <a:sym typeface="Nunito"/>
              </a:defRPr>
            </a:lvl3pPr>
            <a:lvl4pPr lvl="3" algn="r">
              <a:buNone/>
              <a:defRPr sz="1000">
                <a:solidFill>
                  <a:schemeClr val="dk2"/>
                </a:solidFill>
                <a:latin typeface="Nunito"/>
                <a:ea typeface="Nunito"/>
                <a:cs typeface="Nunito"/>
                <a:sym typeface="Nunito"/>
              </a:defRPr>
            </a:lvl4pPr>
            <a:lvl5pPr lvl="4" algn="r">
              <a:buNone/>
              <a:defRPr sz="1000">
                <a:solidFill>
                  <a:schemeClr val="dk2"/>
                </a:solidFill>
                <a:latin typeface="Nunito"/>
                <a:ea typeface="Nunito"/>
                <a:cs typeface="Nunito"/>
                <a:sym typeface="Nunito"/>
              </a:defRPr>
            </a:lvl5pPr>
            <a:lvl6pPr lvl="5" algn="r">
              <a:buNone/>
              <a:defRPr sz="1000">
                <a:solidFill>
                  <a:schemeClr val="dk2"/>
                </a:solidFill>
                <a:latin typeface="Nunito"/>
                <a:ea typeface="Nunito"/>
                <a:cs typeface="Nunito"/>
                <a:sym typeface="Nunito"/>
              </a:defRPr>
            </a:lvl6pPr>
            <a:lvl7pPr lvl="6" algn="r">
              <a:buNone/>
              <a:defRPr sz="1000">
                <a:solidFill>
                  <a:schemeClr val="dk2"/>
                </a:solidFill>
                <a:latin typeface="Nunito"/>
                <a:ea typeface="Nunito"/>
                <a:cs typeface="Nunito"/>
                <a:sym typeface="Nunito"/>
              </a:defRPr>
            </a:lvl7pPr>
            <a:lvl8pPr lvl="7" algn="r">
              <a:buNone/>
              <a:defRPr sz="1000">
                <a:solidFill>
                  <a:schemeClr val="dk2"/>
                </a:solidFill>
                <a:latin typeface="Nunito"/>
                <a:ea typeface="Nunito"/>
                <a:cs typeface="Nunito"/>
                <a:sym typeface="Nunito"/>
              </a:defRPr>
            </a:lvl8pPr>
            <a:lvl9pPr lvl="8" algn="r">
              <a:buNone/>
              <a:defRPr sz="1000">
                <a:solidFill>
                  <a:schemeClr val="dk2"/>
                </a:solidFill>
                <a:latin typeface="Nunito"/>
                <a:ea typeface="Nunito"/>
                <a:cs typeface="Nunito"/>
                <a:sym typeface="Nunito"/>
              </a:defRPr>
            </a:lvl9pPr>
          </a:lstStyle>
          <a:p>
            <a:pPr indent="0" lvl="0" marL="0" rtl="0" algn="r">
              <a:spcBef>
                <a:spcPts val="0"/>
              </a:spcBef>
              <a:spcAft>
                <a:spcPts val="0"/>
              </a:spcAft>
              <a:buNone/>
            </a:pPr>
            <a:fld id="{00000000-1234-1234-1234-123412341234}" type="slidenum">
              <a:rPr lang="en"/>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xml"/><Relationship Id="rId3" Type="http://schemas.openxmlformats.org/officeDocument/2006/relationships/image" Target="../media/image6.png"/><Relationship Id="rId4" Type="http://schemas.openxmlformats.org/officeDocument/2006/relationships/image" Target="../media/image2.png"/><Relationship Id="rId5" Type="http://schemas.openxmlformats.org/officeDocument/2006/relationships/image" Target="../media/image9.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 Id="rId3" Type="http://schemas.openxmlformats.org/officeDocument/2006/relationships/image" Target="../media/image5.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 Id="rId3" Type="http://schemas.openxmlformats.org/officeDocument/2006/relationships/image" Target="../media/image12.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xml"/><Relationship Id="rId3" Type="http://schemas.openxmlformats.org/officeDocument/2006/relationships/image" Target="../media/image11.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xml"/><Relationship Id="rId3" Type="http://schemas.openxmlformats.org/officeDocument/2006/relationships/image" Target="../media/image3.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xml"/><Relationship Id="rId3" Type="http://schemas.openxmlformats.org/officeDocument/2006/relationships/image" Target="../media/image13.png"/><Relationship Id="rId4" Type="http://schemas.openxmlformats.org/officeDocument/2006/relationships/image" Target="../media/image12.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0.xml"/><Relationship Id="rId3" Type="http://schemas.openxmlformats.org/officeDocument/2006/relationships/image" Target="../media/image14.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2.xml"/><Relationship Id="rId3" Type="http://schemas.openxmlformats.org/officeDocument/2006/relationships/image" Target="../media/image4.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3.xml"/><Relationship Id="rId3" Type="http://schemas.openxmlformats.org/officeDocument/2006/relationships/image" Target="../media/image10.png"/><Relationship Id="rId4" Type="http://schemas.openxmlformats.org/officeDocument/2006/relationships/image" Target="../media/image8.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4.xml"/><Relationship Id="rId3" Type="http://schemas.openxmlformats.org/officeDocument/2006/relationships/image" Target="../media/image7.png"/><Relationship Id="rId4" Type="http://schemas.openxmlformats.org/officeDocument/2006/relationships/image" Target="../media/image1.png"/><Relationship Id="rId5" Type="http://schemas.openxmlformats.org/officeDocument/2006/relationships/hyperlink" Target="https://cbl-gorilla.cs.technion.ac.il/GOrilla/j7dvhfpo/GOResults.html" TargetMode="External"/><Relationship Id="rId6" Type="http://schemas.openxmlformats.org/officeDocument/2006/relationships/hyperlink" Target="https://cbl-gorilla.cs.technion.ac.il/GOrilla/j7dvhfpo/GOResults.html" TargetMode="Externa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7.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7" name="Shape 127"/>
        <p:cNvGrpSpPr/>
        <p:nvPr/>
      </p:nvGrpSpPr>
      <p:grpSpPr>
        <a:xfrm>
          <a:off x="0" y="0"/>
          <a:ext cx="0" cy="0"/>
          <a:chOff x="0" y="0"/>
          <a:chExt cx="0" cy="0"/>
        </a:xfrm>
      </p:grpSpPr>
      <p:sp>
        <p:nvSpPr>
          <p:cNvPr id="128" name="Google Shape;128;p13"/>
          <p:cNvSpPr txBox="1"/>
          <p:nvPr>
            <p:ph type="ctrTitle"/>
          </p:nvPr>
        </p:nvSpPr>
        <p:spPr>
          <a:xfrm>
            <a:off x="1485450" y="1262525"/>
            <a:ext cx="6173100" cy="1448100"/>
          </a:xfrm>
          <a:prstGeom prst="rect">
            <a:avLst/>
          </a:prstGeom>
        </p:spPr>
        <p:txBody>
          <a:bodyPr anchorCtr="0" anchor="ctr" bIns="91425" lIns="91425" spcFirstLastPara="1" rIns="91425" wrap="square" tIns="91425">
            <a:noAutofit/>
          </a:bodyPr>
          <a:lstStyle/>
          <a:p>
            <a:pPr indent="0" lvl="0" marL="0" rtl="0" algn="l">
              <a:spcBef>
                <a:spcPts val="0"/>
              </a:spcBef>
              <a:spcAft>
                <a:spcPts val="0"/>
              </a:spcAft>
              <a:buSzPts val="990"/>
              <a:buNone/>
            </a:pPr>
            <a:r>
              <a:rPr b="1" lang="en" sz="3000">
                <a:solidFill>
                  <a:srgbClr val="000000"/>
                </a:solidFill>
                <a:highlight>
                  <a:srgbClr val="FFFFFF"/>
                </a:highlight>
                <a:latin typeface="Calibri"/>
                <a:ea typeface="Calibri"/>
                <a:cs typeface="Calibri"/>
                <a:sym typeface="Calibri"/>
              </a:rPr>
              <a:t>Computational analyses of human adipocytes using single nucleus data </a:t>
            </a:r>
            <a:endParaRPr sz="3720"/>
          </a:p>
        </p:txBody>
      </p:sp>
      <p:sp>
        <p:nvSpPr>
          <p:cNvPr id="129" name="Google Shape;129;p13"/>
          <p:cNvSpPr txBox="1"/>
          <p:nvPr>
            <p:ph idx="1" type="subTitle"/>
          </p:nvPr>
        </p:nvSpPr>
        <p:spPr>
          <a:xfrm>
            <a:off x="771900" y="2710625"/>
            <a:ext cx="7600200" cy="1325700"/>
          </a:xfrm>
          <a:prstGeom prst="rect">
            <a:avLst/>
          </a:prstGeom>
        </p:spPr>
        <p:txBody>
          <a:bodyPr anchorCtr="0" anchor="t" bIns="91425" lIns="91425" spcFirstLastPara="1" rIns="91425" wrap="square" tIns="91425">
            <a:normAutofit/>
          </a:bodyPr>
          <a:lstStyle/>
          <a:p>
            <a:pPr indent="0" lvl="0" marL="0" rtl="0" algn="ctr">
              <a:spcBef>
                <a:spcPts val="0"/>
              </a:spcBef>
              <a:spcAft>
                <a:spcPts val="0"/>
              </a:spcAft>
              <a:buNone/>
            </a:pPr>
            <a:r>
              <a:rPr lang="en" sz="2133"/>
              <a:t>Tom Ulanovski &amp; Noa Ofir</a:t>
            </a:r>
            <a:endParaRPr sz="2133"/>
          </a:p>
          <a:p>
            <a:pPr indent="0" lvl="0" marL="0" rtl="0" algn="ctr">
              <a:spcBef>
                <a:spcPts val="0"/>
              </a:spcBef>
              <a:spcAft>
                <a:spcPts val="0"/>
              </a:spcAft>
              <a:buNone/>
            </a:pPr>
            <a:r>
              <a:rPr lang="en" sz="2133"/>
              <a:t>Supervisors: Prof. Esti Yeger-Lotem &amp; Prof. Michal Ziv-Ukelson</a:t>
            </a:r>
            <a:endParaRPr sz="2133"/>
          </a:p>
          <a:p>
            <a:pPr indent="0" lvl="0" marL="0" rtl="0" algn="ctr">
              <a:spcBef>
                <a:spcPts val="0"/>
              </a:spcBef>
              <a:spcAft>
                <a:spcPts val="0"/>
              </a:spcAft>
              <a:buNone/>
            </a:pPr>
            <a:r>
              <a:t/>
            </a:r>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3" name="Shape 133"/>
        <p:cNvGrpSpPr/>
        <p:nvPr/>
      </p:nvGrpSpPr>
      <p:grpSpPr>
        <a:xfrm>
          <a:off x="0" y="0"/>
          <a:ext cx="0" cy="0"/>
          <a:chOff x="0" y="0"/>
          <a:chExt cx="0" cy="0"/>
        </a:xfrm>
      </p:grpSpPr>
      <p:sp>
        <p:nvSpPr>
          <p:cNvPr id="134" name="Google Shape;134;p14"/>
          <p:cNvSpPr txBox="1"/>
          <p:nvPr>
            <p:ph type="title"/>
          </p:nvPr>
        </p:nvSpPr>
        <p:spPr>
          <a:xfrm>
            <a:off x="819150" y="845600"/>
            <a:ext cx="7505700" cy="954600"/>
          </a:xfrm>
          <a:prstGeom prst="rect">
            <a:avLst/>
          </a:prstGeom>
        </p:spPr>
        <p:txBody>
          <a:bodyPr anchorCtr="0" anchor="t" bIns="91425" lIns="91425" spcFirstLastPara="1" rIns="91425" wrap="square" tIns="91425">
            <a:normAutofit/>
          </a:bodyPr>
          <a:lstStyle/>
          <a:p>
            <a:pPr indent="0" lvl="0" marL="0" rtl="0" algn="ctr">
              <a:spcBef>
                <a:spcPts val="0"/>
              </a:spcBef>
              <a:spcAft>
                <a:spcPts val="0"/>
              </a:spcAft>
              <a:buNone/>
            </a:pPr>
            <a:r>
              <a:rPr lang="en"/>
              <a:t>Introduction</a:t>
            </a:r>
            <a:endParaRPr/>
          </a:p>
        </p:txBody>
      </p:sp>
      <p:pic>
        <p:nvPicPr>
          <p:cNvPr id="135" name="Google Shape;135;p14"/>
          <p:cNvPicPr preferRelativeResize="0"/>
          <p:nvPr/>
        </p:nvPicPr>
        <p:blipFill>
          <a:blip r:embed="rId3">
            <a:alphaModFix/>
          </a:blip>
          <a:stretch>
            <a:fillRect/>
          </a:stretch>
        </p:blipFill>
        <p:spPr>
          <a:xfrm>
            <a:off x="600250" y="1532550"/>
            <a:ext cx="4133626" cy="3103000"/>
          </a:xfrm>
          <a:prstGeom prst="rect">
            <a:avLst/>
          </a:prstGeom>
          <a:noFill/>
          <a:ln>
            <a:noFill/>
          </a:ln>
        </p:spPr>
      </p:pic>
      <p:pic>
        <p:nvPicPr>
          <p:cNvPr id="136" name="Google Shape;136;p14"/>
          <p:cNvPicPr preferRelativeResize="0"/>
          <p:nvPr/>
        </p:nvPicPr>
        <p:blipFill>
          <a:blip r:embed="rId4">
            <a:alphaModFix/>
          </a:blip>
          <a:stretch>
            <a:fillRect/>
          </a:stretch>
        </p:blipFill>
        <p:spPr>
          <a:xfrm>
            <a:off x="5322575" y="1906697"/>
            <a:ext cx="3186150" cy="2354700"/>
          </a:xfrm>
          <a:prstGeom prst="rect">
            <a:avLst/>
          </a:prstGeom>
          <a:noFill/>
          <a:ln>
            <a:noFill/>
          </a:ln>
        </p:spPr>
      </p:pic>
      <p:sp>
        <p:nvSpPr>
          <p:cNvPr id="137" name="Google Shape;137;p14"/>
          <p:cNvSpPr txBox="1"/>
          <p:nvPr/>
        </p:nvSpPr>
        <p:spPr>
          <a:xfrm>
            <a:off x="5651025" y="4449850"/>
            <a:ext cx="3268200" cy="1857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300">
                <a:solidFill>
                  <a:schemeClr val="dk2"/>
                </a:solidFill>
                <a:latin typeface="Calibri"/>
                <a:ea typeface="Calibri"/>
                <a:cs typeface="Calibri"/>
                <a:sym typeface="Calibri"/>
              </a:rPr>
              <a:t> adapted from Or Lazarecu presentation</a:t>
            </a:r>
            <a:endParaRPr sz="1300">
              <a:solidFill>
                <a:schemeClr val="dk2"/>
              </a:solidFill>
              <a:latin typeface="Calibri"/>
              <a:ea typeface="Calibri"/>
              <a:cs typeface="Calibri"/>
              <a:sym typeface="Calibri"/>
            </a:endParaRPr>
          </a:p>
        </p:txBody>
      </p:sp>
      <p:sp>
        <p:nvSpPr>
          <p:cNvPr id="138" name="Google Shape;138;p14"/>
          <p:cNvSpPr txBox="1"/>
          <p:nvPr/>
        </p:nvSpPr>
        <p:spPr>
          <a:xfrm>
            <a:off x="950750" y="4515700"/>
            <a:ext cx="3268200" cy="1857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t/>
            </a:r>
            <a:endParaRPr sz="1300">
              <a:solidFill>
                <a:schemeClr val="dk2"/>
              </a:solidFill>
              <a:latin typeface="Calibri"/>
              <a:ea typeface="Calibri"/>
              <a:cs typeface="Calibri"/>
              <a:sym typeface="Calibri"/>
            </a:endParaRPr>
          </a:p>
        </p:txBody>
      </p:sp>
      <p:pic>
        <p:nvPicPr>
          <p:cNvPr id="139" name="Google Shape;139;p14"/>
          <p:cNvPicPr preferRelativeResize="0"/>
          <p:nvPr/>
        </p:nvPicPr>
        <p:blipFill>
          <a:blip r:embed="rId5">
            <a:alphaModFix/>
          </a:blip>
          <a:stretch>
            <a:fillRect/>
          </a:stretch>
        </p:blipFill>
        <p:spPr>
          <a:xfrm>
            <a:off x="321175" y="4701400"/>
            <a:ext cx="4691773" cy="185700"/>
          </a:xfrm>
          <a:prstGeom prst="rect">
            <a:avLst/>
          </a:prstGeom>
          <a:noFill/>
          <a:ln>
            <a:noFill/>
          </a:ln>
        </p:spPr>
      </p:pic>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3" name="Shape 143"/>
        <p:cNvGrpSpPr/>
        <p:nvPr/>
      </p:nvGrpSpPr>
      <p:grpSpPr>
        <a:xfrm>
          <a:off x="0" y="0"/>
          <a:ext cx="0" cy="0"/>
          <a:chOff x="0" y="0"/>
          <a:chExt cx="0" cy="0"/>
        </a:xfrm>
      </p:grpSpPr>
      <p:sp>
        <p:nvSpPr>
          <p:cNvPr id="144" name="Google Shape;144;p15"/>
          <p:cNvSpPr txBox="1"/>
          <p:nvPr>
            <p:ph type="title"/>
          </p:nvPr>
        </p:nvSpPr>
        <p:spPr>
          <a:xfrm>
            <a:off x="819150" y="845600"/>
            <a:ext cx="7505700" cy="954600"/>
          </a:xfrm>
          <a:prstGeom prst="rect">
            <a:avLst/>
          </a:prstGeom>
          <a:ln cap="flat" cmpd="sng" w="9525">
            <a:solidFill>
              <a:schemeClr val="dk1"/>
            </a:solidFill>
            <a:prstDash val="solid"/>
            <a:round/>
            <a:headEnd len="sm" w="sm" type="none"/>
            <a:tailEnd len="sm" w="sm" type="none"/>
          </a:ln>
        </p:spPr>
        <p:txBody>
          <a:bodyPr anchorCtr="0" anchor="t" bIns="91425" lIns="91425" spcFirstLastPara="1" rIns="91425" wrap="square" tIns="91425">
            <a:normAutofit fontScale="90000"/>
          </a:bodyPr>
          <a:lstStyle/>
          <a:p>
            <a:pPr indent="0" lvl="0" marL="0" rtl="0" algn="l">
              <a:lnSpc>
                <a:spcPct val="115000"/>
              </a:lnSpc>
              <a:spcBef>
                <a:spcPts val="0"/>
              </a:spcBef>
              <a:spcAft>
                <a:spcPts val="0"/>
              </a:spcAft>
              <a:buNone/>
            </a:pPr>
            <a:r>
              <a:rPr lang="en"/>
              <a:t>Single Nucleus RNA-sequencing (snRNA-seq)</a:t>
            </a:r>
            <a:endParaRPr/>
          </a:p>
        </p:txBody>
      </p:sp>
      <p:pic>
        <p:nvPicPr>
          <p:cNvPr id="145" name="Google Shape;145;p15"/>
          <p:cNvPicPr preferRelativeResize="0"/>
          <p:nvPr/>
        </p:nvPicPr>
        <p:blipFill>
          <a:blip r:embed="rId3">
            <a:alphaModFix/>
          </a:blip>
          <a:stretch>
            <a:fillRect/>
          </a:stretch>
        </p:blipFill>
        <p:spPr>
          <a:xfrm>
            <a:off x="1354925" y="1997150"/>
            <a:ext cx="5842426" cy="2560024"/>
          </a:xfrm>
          <a:prstGeom prst="rect">
            <a:avLst/>
          </a:prstGeom>
          <a:noFill/>
          <a:ln>
            <a:noFill/>
          </a:ln>
        </p:spPr>
      </p:pic>
      <p:sp>
        <p:nvSpPr>
          <p:cNvPr id="146" name="Google Shape;146;p15"/>
          <p:cNvSpPr txBox="1"/>
          <p:nvPr/>
        </p:nvSpPr>
        <p:spPr>
          <a:xfrm>
            <a:off x="6211675" y="4435250"/>
            <a:ext cx="2008500" cy="1857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t/>
            </a:r>
            <a:endParaRPr sz="1300">
              <a:solidFill>
                <a:schemeClr val="dk2"/>
              </a:solidFill>
              <a:highlight>
                <a:schemeClr val="accent4"/>
              </a:highlight>
              <a:latin typeface="Calibri"/>
              <a:ea typeface="Calibri"/>
              <a:cs typeface="Calibri"/>
              <a:sym typeface="Calibri"/>
            </a:endParaRPr>
          </a:p>
        </p:txBody>
      </p:sp>
      <p:sp>
        <p:nvSpPr>
          <p:cNvPr id="147" name="Google Shape;147;p15"/>
          <p:cNvSpPr txBox="1"/>
          <p:nvPr/>
        </p:nvSpPr>
        <p:spPr>
          <a:xfrm>
            <a:off x="485325" y="4435250"/>
            <a:ext cx="2902200" cy="4041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300">
                <a:solidFill>
                  <a:schemeClr val="dk2"/>
                </a:solidFill>
                <a:latin typeface="Calibri"/>
                <a:ea typeface="Calibri"/>
                <a:cs typeface="Calibri"/>
                <a:sym typeface="Calibri"/>
              </a:rPr>
              <a:t> adapted from Or Lazarecu presentation</a:t>
            </a:r>
            <a:endParaRPr sz="1300">
              <a:solidFill>
                <a:schemeClr val="dk2"/>
              </a:solidFill>
              <a:latin typeface="Calibri"/>
              <a:ea typeface="Calibri"/>
              <a:cs typeface="Calibri"/>
              <a:sym typeface="Calibri"/>
            </a:endParaRPr>
          </a:p>
          <a:p>
            <a:pPr indent="0" lvl="0" marL="0" rtl="0" algn="l">
              <a:lnSpc>
                <a:spcPct val="115000"/>
              </a:lnSpc>
              <a:spcBef>
                <a:spcPts val="0"/>
              </a:spcBef>
              <a:spcAft>
                <a:spcPts val="0"/>
              </a:spcAft>
              <a:buNone/>
            </a:pPr>
            <a:r>
              <a:t/>
            </a:r>
            <a:endParaRPr sz="1300">
              <a:highlight>
                <a:schemeClr val="dk1"/>
              </a:highlight>
              <a:latin typeface="Calibri"/>
              <a:ea typeface="Calibri"/>
              <a:cs typeface="Calibri"/>
              <a:sym typeface="Calibri"/>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1" name="Shape 151"/>
        <p:cNvGrpSpPr/>
        <p:nvPr/>
      </p:nvGrpSpPr>
      <p:grpSpPr>
        <a:xfrm>
          <a:off x="0" y="0"/>
          <a:ext cx="0" cy="0"/>
          <a:chOff x="0" y="0"/>
          <a:chExt cx="0" cy="0"/>
        </a:xfrm>
      </p:grpSpPr>
      <p:sp>
        <p:nvSpPr>
          <p:cNvPr id="152" name="Google Shape;152;p16"/>
          <p:cNvSpPr txBox="1"/>
          <p:nvPr>
            <p:ph type="title"/>
          </p:nvPr>
        </p:nvSpPr>
        <p:spPr>
          <a:xfrm>
            <a:off x="1000575" y="528100"/>
            <a:ext cx="7505700" cy="954600"/>
          </a:xfrm>
          <a:prstGeom prst="rect">
            <a:avLst/>
          </a:prstGeom>
        </p:spPr>
        <p:txBody>
          <a:bodyPr anchorCtr="0" anchor="t" bIns="91425" lIns="91425" spcFirstLastPara="1" rIns="91425" wrap="square" tIns="91425">
            <a:normAutofit/>
          </a:bodyPr>
          <a:lstStyle/>
          <a:p>
            <a:pPr indent="0" lvl="0" marL="0" rtl="0" algn="ctr">
              <a:spcBef>
                <a:spcPts val="0"/>
              </a:spcBef>
              <a:spcAft>
                <a:spcPts val="0"/>
              </a:spcAft>
              <a:buNone/>
            </a:pPr>
            <a:r>
              <a:rPr lang="en"/>
              <a:t>Project background</a:t>
            </a:r>
            <a:endParaRPr/>
          </a:p>
        </p:txBody>
      </p:sp>
      <p:pic>
        <p:nvPicPr>
          <p:cNvPr id="153" name="Google Shape;153;p16"/>
          <p:cNvPicPr preferRelativeResize="0"/>
          <p:nvPr/>
        </p:nvPicPr>
        <p:blipFill>
          <a:blip r:embed="rId3">
            <a:alphaModFix/>
          </a:blip>
          <a:stretch>
            <a:fillRect/>
          </a:stretch>
        </p:blipFill>
        <p:spPr>
          <a:xfrm>
            <a:off x="4115550" y="1800200"/>
            <a:ext cx="4734899" cy="2447999"/>
          </a:xfrm>
          <a:prstGeom prst="rect">
            <a:avLst/>
          </a:prstGeom>
          <a:noFill/>
          <a:ln>
            <a:noFill/>
          </a:ln>
        </p:spPr>
      </p:pic>
      <p:sp>
        <p:nvSpPr>
          <p:cNvPr id="154" name="Google Shape;154;p16"/>
          <p:cNvSpPr txBox="1"/>
          <p:nvPr/>
        </p:nvSpPr>
        <p:spPr>
          <a:xfrm>
            <a:off x="404850" y="1569275"/>
            <a:ext cx="3710700" cy="22965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0"/>
              </a:spcBef>
              <a:spcAft>
                <a:spcPts val="0"/>
              </a:spcAft>
              <a:buNone/>
            </a:pPr>
            <a:r>
              <a:rPr lang="en" sz="2000">
                <a:highlight>
                  <a:srgbClr val="FFFFFF"/>
                </a:highlight>
                <a:latin typeface="Calibri"/>
                <a:ea typeface="Calibri"/>
                <a:cs typeface="Calibri"/>
                <a:sym typeface="Calibri"/>
              </a:rPr>
              <a:t>The Yeger-Lotem, Rudich, and additional labs profiled 5 and 10 samples of human subcutaneous and visceral adipose tissue (hSAT and hVAT, respectively).</a:t>
            </a:r>
            <a:r>
              <a:rPr lang="en" sz="2800">
                <a:highlight>
                  <a:srgbClr val="FFFFFF"/>
                </a:highlight>
                <a:latin typeface="Calibri"/>
                <a:ea typeface="Calibri"/>
                <a:cs typeface="Calibri"/>
                <a:sym typeface="Calibri"/>
              </a:rPr>
              <a:t> </a:t>
            </a:r>
            <a:endParaRPr sz="2000">
              <a:highlight>
                <a:srgbClr val="FFFF00"/>
              </a:highlight>
              <a:latin typeface="Calibri"/>
              <a:ea typeface="Calibri"/>
              <a:cs typeface="Calibri"/>
              <a:sym typeface="Calibri"/>
            </a:endParaRPr>
          </a:p>
          <a:p>
            <a:pPr indent="0" lvl="0" marL="0" rtl="0" algn="l">
              <a:spcBef>
                <a:spcPts val="0"/>
              </a:spcBef>
              <a:spcAft>
                <a:spcPts val="0"/>
              </a:spcAft>
              <a:buNone/>
            </a:pPr>
            <a:r>
              <a:t/>
            </a:r>
            <a:endParaRPr sz="1300">
              <a:solidFill>
                <a:schemeClr val="dk2"/>
              </a:solidFill>
              <a:latin typeface="Calibri"/>
              <a:ea typeface="Calibri"/>
              <a:cs typeface="Calibri"/>
              <a:sym typeface="Calibri"/>
            </a:endParaRPr>
          </a:p>
        </p:txBody>
      </p:sp>
      <p:sp>
        <p:nvSpPr>
          <p:cNvPr id="155" name="Google Shape;155;p16"/>
          <p:cNvSpPr txBox="1"/>
          <p:nvPr/>
        </p:nvSpPr>
        <p:spPr>
          <a:xfrm>
            <a:off x="4572000" y="4248200"/>
            <a:ext cx="4613400" cy="4989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0"/>
              </a:spcBef>
              <a:spcAft>
                <a:spcPts val="0"/>
              </a:spcAft>
              <a:buNone/>
            </a:pPr>
            <a:r>
              <a:rPr lang="en" sz="1600">
                <a:highlight>
                  <a:schemeClr val="dk1"/>
                </a:highlight>
                <a:latin typeface="Calibri"/>
                <a:ea typeface="Calibri"/>
                <a:cs typeface="Calibri"/>
                <a:sym typeface="Calibri"/>
              </a:rPr>
              <a:t>(Lazaescu, Ziv-Agam, et al, bioRxiv 2023)</a:t>
            </a:r>
            <a:endParaRPr sz="900">
              <a:solidFill>
                <a:schemeClr val="dk2"/>
              </a:solidFill>
              <a:highlight>
                <a:srgbClr val="FFFF00"/>
              </a:highlight>
              <a:latin typeface="Calibri"/>
              <a:ea typeface="Calibri"/>
              <a:cs typeface="Calibri"/>
              <a:sym typeface="Calibri"/>
            </a:endParaRPr>
          </a:p>
        </p:txBody>
      </p:sp>
      <p:sp>
        <p:nvSpPr>
          <p:cNvPr id="156" name="Google Shape;156;p16"/>
          <p:cNvSpPr txBox="1"/>
          <p:nvPr/>
        </p:nvSpPr>
        <p:spPr>
          <a:xfrm>
            <a:off x="5364000" y="1800200"/>
            <a:ext cx="2389200" cy="3540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0"/>
              </a:spcBef>
              <a:spcAft>
                <a:spcPts val="0"/>
              </a:spcAft>
              <a:buNone/>
            </a:pPr>
            <a:r>
              <a:rPr b="1" lang="en" sz="1100">
                <a:latin typeface="Calibri"/>
                <a:ea typeface="Calibri"/>
                <a:cs typeface="Calibri"/>
                <a:sym typeface="Calibri"/>
              </a:rPr>
              <a:t>12,205 nuclei</a:t>
            </a:r>
            <a:endParaRPr b="1" sz="1100">
              <a:latin typeface="Calibri"/>
              <a:ea typeface="Calibri"/>
              <a:cs typeface="Calibri"/>
              <a:sym typeface="Calibri"/>
            </a:endParaRPr>
          </a:p>
        </p:txBody>
      </p:sp>
      <p:sp>
        <p:nvSpPr>
          <p:cNvPr id="157" name="Google Shape;157;p16"/>
          <p:cNvSpPr txBox="1"/>
          <p:nvPr/>
        </p:nvSpPr>
        <p:spPr>
          <a:xfrm>
            <a:off x="7677600" y="1800200"/>
            <a:ext cx="1125000" cy="3540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0"/>
              </a:spcBef>
              <a:spcAft>
                <a:spcPts val="0"/>
              </a:spcAft>
              <a:buNone/>
            </a:pPr>
            <a:r>
              <a:rPr b="1" lang="en" sz="1100">
                <a:latin typeface="Calibri"/>
                <a:ea typeface="Calibri"/>
                <a:cs typeface="Calibri"/>
                <a:sym typeface="Calibri"/>
              </a:rPr>
              <a:t>15,460 nuclei</a:t>
            </a:r>
            <a:endParaRPr b="1" sz="1100">
              <a:latin typeface="Calibri"/>
              <a:ea typeface="Calibri"/>
              <a:cs typeface="Calibri"/>
              <a:sym typeface="Calibri"/>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1" name="Shape 161"/>
        <p:cNvGrpSpPr/>
        <p:nvPr/>
      </p:nvGrpSpPr>
      <p:grpSpPr>
        <a:xfrm>
          <a:off x="0" y="0"/>
          <a:ext cx="0" cy="0"/>
          <a:chOff x="0" y="0"/>
          <a:chExt cx="0" cy="0"/>
        </a:xfrm>
      </p:grpSpPr>
      <p:sp>
        <p:nvSpPr>
          <p:cNvPr id="162" name="Google Shape;162;p17"/>
          <p:cNvSpPr txBox="1"/>
          <p:nvPr>
            <p:ph type="title"/>
          </p:nvPr>
        </p:nvSpPr>
        <p:spPr>
          <a:xfrm>
            <a:off x="819150" y="845600"/>
            <a:ext cx="7505700" cy="954600"/>
          </a:xfrm>
          <a:prstGeom prst="rect">
            <a:avLst/>
          </a:prstGeom>
        </p:spPr>
        <p:txBody>
          <a:bodyPr anchorCtr="0" anchor="t" bIns="91425" lIns="91425" spcFirstLastPara="1" rIns="91425" wrap="square" tIns="91425">
            <a:normAutofit/>
          </a:bodyPr>
          <a:lstStyle/>
          <a:p>
            <a:pPr indent="0" lvl="0" marL="0" rtl="0" algn="ctr">
              <a:spcBef>
                <a:spcPts val="0"/>
              </a:spcBef>
              <a:spcAft>
                <a:spcPts val="0"/>
              </a:spcAft>
              <a:buNone/>
            </a:pPr>
            <a:r>
              <a:rPr lang="en"/>
              <a:t>Project aims</a:t>
            </a:r>
            <a:endParaRPr/>
          </a:p>
        </p:txBody>
      </p:sp>
      <p:sp>
        <p:nvSpPr>
          <p:cNvPr id="163" name="Google Shape;163;p17"/>
          <p:cNvSpPr txBox="1"/>
          <p:nvPr>
            <p:ph idx="1" type="body"/>
          </p:nvPr>
        </p:nvSpPr>
        <p:spPr>
          <a:xfrm>
            <a:off x="819150" y="1990725"/>
            <a:ext cx="7505700" cy="24480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sz="2800">
                <a:solidFill>
                  <a:srgbClr val="000000"/>
                </a:solidFill>
              </a:rPr>
              <a:t>1 </a:t>
            </a:r>
            <a:r>
              <a:rPr lang="en" sz="2000">
                <a:solidFill>
                  <a:srgbClr val="000000"/>
                </a:solidFill>
              </a:rPr>
              <a:t>-  </a:t>
            </a:r>
            <a:r>
              <a:rPr lang="en" sz="2400">
                <a:solidFill>
                  <a:srgbClr val="000000"/>
                </a:solidFill>
              </a:rPr>
              <a:t>Assess whether sufficient sampling was </a:t>
            </a:r>
            <a:r>
              <a:rPr lang="en" sz="2400">
                <a:solidFill>
                  <a:srgbClr val="000000"/>
                </a:solidFill>
              </a:rPr>
              <a:t>performed</a:t>
            </a:r>
            <a:r>
              <a:rPr lang="en" sz="2400">
                <a:solidFill>
                  <a:srgbClr val="000000"/>
                </a:solidFill>
              </a:rPr>
              <a:t> to identify all adipocyte subtypes</a:t>
            </a:r>
            <a:r>
              <a:rPr lang="en" sz="2000">
                <a:solidFill>
                  <a:srgbClr val="000000"/>
                </a:solidFill>
              </a:rPr>
              <a:t>.</a:t>
            </a:r>
            <a:endParaRPr sz="2000">
              <a:solidFill>
                <a:srgbClr val="000000"/>
              </a:solidFill>
            </a:endParaRPr>
          </a:p>
          <a:p>
            <a:pPr indent="0" lvl="0" marL="0" rtl="0" algn="l">
              <a:spcBef>
                <a:spcPts val="0"/>
              </a:spcBef>
              <a:spcAft>
                <a:spcPts val="0"/>
              </a:spcAft>
              <a:buNone/>
            </a:pPr>
            <a:r>
              <a:rPr lang="en" sz="2800">
                <a:solidFill>
                  <a:srgbClr val="000000"/>
                </a:solidFill>
              </a:rPr>
              <a:t>2</a:t>
            </a:r>
            <a:r>
              <a:rPr lang="en" sz="2000">
                <a:solidFill>
                  <a:srgbClr val="000000"/>
                </a:solidFill>
              </a:rPr>
              <a:t> – </a:t>
            </a:r>
            <a:r>
              <a:rPr lang="en" sz="2400">
                <a:solidFill>
                  <a:srgbClr val="000000"/>
                </a:solidFill>
              </a:rPr>
              <a:t>Explore functional differences between the adipose tissues.</a:t>
            </a:r>
            <a:endParaRPr sz="2400">
              <a:solidFill>
                <a:srgbClr val="000000"/>
              </a:solidFill>
            </a:endParaRPr>
          </a:p>
          <a:p>
            <a:pPr indent="0" lvl="0" marL="0" rtl="0" algn="l">
              <a:spcBef>
                <a:spcPts val="0"/>
              </a:spcBef>
              <a:spcAft>
                <a:spcPts val="1200"/>
              </a:spcAft>
              <a:buNone/>
            </a:pPr>
            <a:r>
              <a:t/>
            </a:r>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7" name="Shape 167"/>
        <p:cNvGrpSpPr/>
        <p:nvPr/>
      </p:nvGrpSpPr>
      <p:grpSpPr>
        <a:xfrm>
          <a:off x="0" y="0"/>
          <a:ext cx="0" cy="0"/>
          <a:chOff x="0" y="0"/>
          <a:chExt cx="0" cy="0"/>
        </a:xfrm>
      </p:grpSpPr>
      <p:sp>
        <p:nvSpPr>
          <p:cNvPr id="168" name="Google Shape;168;p18"/>
          <p:cNvSpPr txBox="1"/>
          <p:nvPr>
            <p:ph type="title"/>
          </p:nvPr>
        </p:nvSpPr>
        <p:spPr>
          <a:xfrm>
            <a:off x="819150" y="845600"/>
            <a:ext cx="7505700" cy="954600"/>
          </a:xfrm>
          <a:prstGeom prst="rect">
            <a:avLst/>
          </a:prstGeom>
        </p:spPr>
        <p:txBody>
          <a:bodyPr anchorCtr="0" anchor="t" bIns="91425" lIns="91425" spcFirstLastPara="1" rIns="91425" wrap="square" tIns="91425">
            <a:normAutofit/>
          </a:bodyPr>
          <a:lstStyle/>
          <a:p>
            <a:pPr indent="0" lvl="0" marL="0" rtl="0" algn="ctr">
              <a:spcBef>
                <a:spcPts val="0"/>
              </a:spcBef>
              <a:spcAft>
                <a:spcPts val="0"/>
              </a:spcAft>
              <a:buNone/>
            </a:pPr>
            <a:r>
              <a:rPr lang="en"/>
              <a:t>Aim 1 - </a:t>
            </a:r>
            <a:r>
              <a:rPr lang="en" sz="2888"/>
              <a:t>Motivation</a:t>
            </a:r>
            <a:endParaRPr sz="2888"/>
          </a:p>
        </p:txBody>
      </p:sp>
      <p:sp>
        <p:nvSpPr>
          <p:cNvPr id="169" name="Google Shape;169;p18"/>
          <p:cNvSpPr txBox="1"/>
          <p:nvPr>
            <p:ph idx="1" type="body"/>
          </p:nvPr>
        </p:nvSpPr>
        <p:spPr>
          <a:xfrm>
            <a:off x="422275" y="1931175"/>
            <a:ext cx="8515500" cy="2448000"/>
          </a:xfrm>
          <a:prstGeom prst="rect">
            <a:avLst/>
          </a:prstGeom>
        </p:spPr>
        <p:txBody>
          <a:bodyPr anchorCtr="0" anchor="t" bIns="91425" lIns="91425" spcFirstLastPara="1" rIns="91425" wrap="square" tIns="91425">
            <a:normAutofit fontScale="77500" lnSpcReduction="20000"/>
          </a:bodyPr>
          <a:lstStyle/>
          <a:p>
            <a:pPr indent="-334406" lvl="0" marL="914400" rtl="0" algn="l">
              <a:spcBef>
                <a:spcPts val="0"/>
              </a:spcBef>
              <a:spcAft>
                <a:spcPts val="0"/>
              </a:spcAft>
              <a:buClr>
                <a:srgbClr val="000000"/>
              </a:buClr>
              <a:buSzPct val="100000"/>
              <a:buChar char="●"/>
            </a:pPr>
            <a:r>
              <a:rPr b="1" lang="en" sz="2150">
                <a:solidFill>
                  <a:srgbClr val="000000"/>
                </a:solidFill>
              </a:rPr>
              <a:t>Capture All Major Subtypes</a:t>
            </a:r>
            <a:r>
              <a:rPr lang="en" sz="2150">
                <a:solidFill>
                  <a:srgbClr val="000000"/>
                </a:solidFill>
              </a:rPr>
              <a:t>: Crucial for understanding the full diversity of adipocyte subtypes.</a:t>
            </a:r>
            <a:endParaRPr sz="2150">
              <a:solidFill>
                <a:srgbClr val="000000"/>
              </a:solidFill>
            </a:endParaRPr>
          </a:p>
          <a:p>
            <a:pPr indent="-334406" lvl="0" marL="914400" rtl="0" algn="l">
              <a:spcBef>
                <a:spcPts val="0"/>
              </a:spcBef>
              <a:spcAft>
                <a:spcPts val="0"/>
              </a:spcAft>
              <a:buClr>
                <a:srgbClr val="000000"/>
              </a:buClr>
              <a:buSzPct val="100000"/>
              <a:buChar char="●"/>
            </a:pPr>
            <a:r>
              <a:rPr b="1" lang="en" sz="2150">
                <a:solidFill>
                  <a:srgbClr val="000000"/>
                </a:solidFill>
              </a:rPr>
              <a:t>Data Reliability</a:t>
            </a:r>
            <a:r>
              <a:rPr lang="en" sz="2150">
                <a:solidFill>
                  <a:srgbClr val="000000"/>
                </a:solidFill>
              </a:rPr>
              <a:t>: Ensure robust and valid findings for future research</a:t>
            </a:r>
            <a:endParaRPr sz="2150">
              <a:solidFill>
                <a:srgbClr val="000000"/>
              </a:solidFill>
            </a:endParaRPr>
          </a:p>
          <a:p>
            <a:pPr indent="-334406" lvl="0" marL="914400" rtl="0" algn="l">
              <a:spcBef>
                <a:spcPts val="0"/>
              </a:spcBef>
              <a:spcAft>
                <a:spcPts val="0"/>
              </a:spcAft>
              <a:buClr>
                <a:srgbClr val="000000"/>
              </a:buClr>
              <a:buSzPct val="100000"/>
              <a:buChar char="●"/>
            </a:pPr>
            <a:r>
              <a:rPr b="1" lang="en" sz="2150">
                <a:solidFill>
                  <a:srgbClr val="000000"/>
                </a:solidFill>
              </a:rPr>
              <a:t>Resource Efficiency</a:t>
            </a:r>
            <a:r>
              <a:rPr lang="en" sz="2150">
                <a:solidFill>
                  <a:srgbClr val="000000"/>
                </a:solidFill>
              </a:rPr>
              <a:t>: Optimize sample size to avoid unnecessary costs.</a:t>
            </a:r>
            <a:endParaRPr sz="2150">
              <a:solidFill>
                <a:srgbClr val="000000"/>
              </a:solidFill>
            </a:endParaRPr>
          </a:p>
          <a:p>
            <a:pPr indent="0" lvl="0" marL="914400" rtl="0" algn="l">
              <a:spcBef>
                <a:spcPts val="1200"/>
              </a:spcBef>
              <a:spcAft>
                <a:spcPts val="0"/>
              </a:spcAft>
              <a:buNone/>
            </a:pPr>
            <a:r>
              <a:t/>
            </a:r>
            <a:endParaRPr sz="2150">
              <a:solidFill>
                <a:srgbClr val="000000"/>
              </a:solidFill>
            </a:endParaRPr>
          </a:p>
          <a:p>
            <a:pPr indent="0" lvl="0" marL="457200" rtl="0" algn="l">
              <a:spcBef>
                <a:spcPts val="1200"/>
              </a:spcBef>
              <a:spcAft>
                <a:spcPts val="0"/>
              </a:spcAft>
              <a:buNone/>
            </a:pPr>
            <a:r>
              <a:t/>
            </a:r>
            <a:endParaRPr b="1" sz="2400">
              <a:solidFill>
                <a:srgbClr val="000000"/>
              </a:solidFill>
            </a:endParaRPr>
          </a:p>
          <a:p>
            <a:pPr indent="0" lvl="0" marL="457200" rtl="0" algn="l">
              <a:spcBef>
                <a:spcPts val="1200"/>
              </a:spcBef>
              <a:spcAft>
                <a:spcPts val="1200"/>
              </a:spcAft>
              <a:buNone/>
            </a:pPr>
            <a:r>
              <a:t/>
            </a:r>
            <a:endParaRPr sz="2800">
              <a:solidFill>
                <a:srgbClr val="000000"/>
              </a:solidFill>
              <a:highlight>
                <a:srgbClr val="FFFFFF"/>
              </a:highlight>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3" name="Shape 173"/>
        <p:cNvGrpSpPr/>
        <p:nvPr/>
      </p:nvGrpSpPr>
      <p:grpSpPr>
        <a:xfrm>
          <a:off x="0" y="0"/>
          <a:ext cx="0" cy="0"/>
          <a:chOff x="0" y="0"/>
          <a:chExt cx="0" cy="0"/>
        </a:xfrm>
      </p:grpSpPr>
      <p:sp>
        <p:nvSpPr>
          <p:cNvPr id="174" name="Google Shape;174;p19"/>
          <p:cNvSpPr txBox="1"/>
          <p:nvPr>
            <p:ph type="title"/>
          </p:nvPr>
        </p:nvSpPr>
        <p:spPr>
          <a:xfrm>
            <a:off x="819150" y="845600"/>
            <a:ext cx="7505700" cy="954600"/>
          </a:xfrm>
          <a:prstGeom prst="rect">
            <a:avLst/>
          </a:prstGeom>
        </p:spPr>
        <p:txBody>
          <a:bodyPr anchorCtr="0" anchor="t" bIns="91425" lIns="91425" spcFirstLastPara="1" rIns="91425" wrap="square" tIns="91425">
            <a:normAutofit/>
          </a:bodyPr>
          <a:lstStyle/>
          <a:p>
            <a:pPr indent="0" lvl="0" marL="0" rtl="0" algn="ctr">
              <a:spcBef>
                <a:spcPts val="0"/>
              </a:spcBef>
              <a:spcAft>
                <a:spcPts val="0"/>
              </a:spcAft>
              <a:buNone/>
            </a:pPr>
            <a:r>
              <a:rPr lang="en"/>
              <a:t>Aim 1 - Methods</a:t>
            </a:r>
            <a:endParaRPr/>
          </a:p>
        </p:txBody>
      </p:sp>
      <p:sp>
        <p:nvSpPr>
          <p:cNvPr id="175" name="Google Shape;175;p19"/>
          <p:cNvSpPr txBox="1"/>
          <p:nvPr>
            <p:ph idx="1" type="body"/>
          </p:nvPr>
        </p:nvSpPr>
        <p:spPr>
          <a:xfrm>
            <a:off x="553650" y="1430500"/>
            <a:ext cx="8036700" cy="1438500"/>
          </a:xfrm>
          <a:prstGeom prst="rect">
            <a:avLst/>
          </a:prstGeom>
        </p:spPr>
        <p:txBody>
          <a:bodyPr anchorCtr="0" anchor="t" bIns="91425" lIns="91425" spcFirstLastPara="1" rIns="91425" wrap="square" tIns="91425">
            <a:normAutofit/>
          </a:bodyPr>
          <a:lstStyle/>
          <a:p>
            <a:pPr indent="0" lvl="0" marL="0" rtl="0" algn="l">
              <a:lnSpc>
                <a:spcPct val="95000"/>
              </a:lnSpc>
              <a:spcBef>
                <a:spcPts val="0"/>
              </a:spcBef>
              <a:spcAft>
                <a:spcPts val="0"/>
              </a:spcAft>
              <a:buSzPts val="935"/>
              <a:buNone/>
            </a:pPr>
            <a:r>
              <a:rPr lang="en" sz="1593">
                <a:solidFill>
                  <a:srgbClr val="000000"/>
                </a:solidFill>
                <a:latin typeface="Arial"/>
                <a:ea typeface="Arial"/>
                <a:cs typeface="Arial"/>
                <a:sym typeface="Arial"/>
              </a:rPr>
              <a:t>• </a:t>
            </a:r>
            <a:r>
              <a:rPr lang="en" sz="1593">
                <a:solidFill>
                  <a:srgbClr val="000000"/>
                </a:solidFill>
              </a:rPr>
              <a:t>Implemented </a:t>
            </a:r>
            <a:r>
              <a:rPr lang="en" sz="1593">
                <a:solidFill>
                  <a:srgbClr val="000000"/>
                </a:solidFill>
              </a:rPr>
              <a:t>a cluster preservation analysis algorithm based on Bhaduri et al., BMC Biology (2018)</a:t>
            </a:r>
            <a:endParaRPr sz="1593">
              <a:solidFill>
                <a:srgbClr val="000000"/>
              </a:solidFill>
            </a:endParaRPr>
          </a:p>
          <a:p>
            <a:pPr indent="0" lvl="0" marL="0" rtl="0" algn="l">
              <a:lnSpc>
                <a:spcPct val="95000"/>
              </a:lnSpc>
              <a:spcBef>
                <a:spcPts val="0"/>
              </a:spcBef>
              <a:spcAft>
                <a:spcPts val="0"/>
              </a:spcAft>
              <a:buSzPts val="935"/>
              <a:buNone/>
            </a:pPr>
            <a:r>
              <a:rPr lang="en" sz="1593">
                <a:solidFill>
                  <a:srgbClr val="000000"/>
                </a:solidFill>
                <a:latin typeface="Arial"/>
                <a:ea typeface="Arial"/>
                <a:cs typeface="Arial"/>
                <a:sym typeface="Arial"/>
              </a:rPr>
              <a:t>• </a:t>
            </a:r>
            <a:r>
              <a:rPr lang="en" sz="1593">
                <a:solidFill>
                  <a:srgbClr val="000000"/>
                </a:solidFill>
              </a:rPr>
              <a:t>The algorithm assessed whether the numbers of sequenced nuclei allowed to reveal all major adipocyte subtypes in the tissues</a:t>
            </a:r>
            <a:endParaRPr sz="1593">
              <a:solidFill>
                <a:srgbClr val="000000"/>
              </a:solidFill>
            </a:endParaRPr>
          </a:p>
        </p:txBody>
      </p:sp>
      <p:pic>
        <p:nvPicPr>
          <p:cNvPr id="176" name="Google Shape;176;p19"/>
          <p:cNvPicPr preferRelativeResize="0"/>
          <p:nvPr/>
        </p:nvPicPr>
        <p:blipFill rotWithShape="1">
          <a:blip r:embed="rId3">
            <a:alphaModFix/>
          </a:blip>
          <a:srcRect b="0" l="0" r="0" t="8825"/>
          <a:stretch/>
        </p:blipFill>
        <p:spPr>
          <a:xfrm>
            <a:off x="4493150" y="2243288"/>
            <a:ext cx="3902275" cy="2341325"/>
          </a:xfrm>
          <a:prstGeom prst="rect">
            <a:avLst/>
          </a:prstGeom>
          <a:noFill/>
          <a:ln>
            <a:noFill/>
          </a:ln>
        </p:spPr>
      </p:pic>
      <p:sp>
        <p:nvSpPr>
          <p:cNvPr id="177" name="Google Shape;177;p19"/>
          <p:cNvSpPr txBox="1"/>
          <p:nvPr/>
        </p:nvSpPr>
        <p:spPr>
          <a:xfrm>
            <a:off x="330650" y="2719150"/>
            <a:ext cx="4162500" cy="14160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1600">
                <a:solidFill>
                  <a:srgbClr val="333333"/>
                </a:solidFill>
                <a:highlight>
                  <a:srgbClr val="FFFFFF"/>
                </a:highlight>
                <a:latin typeface="Calibri"/>
                <a:ea typeface="Calibri"/>
                <a:cs typeface="Calibri"/>
                <a:sym typeface="Calibri"/>
              </a:rPr>
              <a:t>Cluster preservation is a metric that evaluates how well cells from original clusters remain grouped together in re-clustered subsets, with the highest fraction of similarity indicating the level of preservation.</a:t>
            </a:r>
            <a:endParaRPr sz="1600">
              <a:solidFill>
                <a:srgbClr val="333333"/>
              </a:solidFill>
              <a:highlight>
                <a:srgbClr val="FFFF00"/>
              </a:highlight>
              <a:latin typeface="Calibri"/>
              <a:ea typeface="Calibri"/>
              <a:cs typeface="Calibri"/>
              <a:sym typeface="Calibri"/>
            </a:endParaRPr>
          </a:p>
        </p:txBody>
      </p:sp>
      <p:sp>
        <p:nvSpPr>
          <p:cNvPr id="178" name="Google Shape;178;p19"/>
          <p:cNvSpPr txBox="1"/>
          <p:nvPr/>
        </p:nvSpPr>
        <p:spPr>
          <a:xfrm>
            <a:off x="5223288" y="4263000"/>
            <a:ext cx="2442000" cy="8805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200">
                <a:solidFill>
                  <a:schemeClr val="dk2"/>
                </a:solidFill>
                <a:highlight>
                  <a:srgbClr val="FFFF00"/>
                </a:highlight>
                <a:latin typeface="Calibri"/>
                <a:ea typeface="Calibri"/>
                <a:cs typeface="Calibri"/>
                <a:sym typeface="Calibri"/>
              </a:rPr>
              <a:t>                                                                                                                                                               </a:t>
            </a:r>
            <a:r>
              <a:rPr lang="en" sz="1200">
                <a:latin typeface="Calibri"/>
                <a:ea typeface="Calibri"/>
                <a:cs typeface="Calibri"/>
                <a:sym typeface="Calibri"/>
              </a:rPr>
              <a:t>Bhaduri et al., BMC Biology (2018)</a:t>
            </a:r>
            <a:endParaRPr sz="1200">
              <a:solidFill>
                <a:schemeClr val="dk2"/>
              </a:solidFill>
              <a:highlight>
                <a:schemeClr val="accent4"/>
              </a:highlight>
              <a:latin typeface="Calibri"/>
              <a:ea typeface="Calibri"/>
              <a:cs typeface="Calibri"/>
              <a:sym typeface="Calibri"/>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2" name="Shape 182"/>
        <p:cNvGrpSpPr/>
        <p:nvPr/>
      </p:nvGrpSpPr>
      <p:grpSpPr>
        <a:xfrm>
          <a:off x="0" y="0"/>
          <a:ext cx="0" cy="0"/>
          <a:chOff x="0" y="0"/>
          <a:chExt cx="0" cy="0"/>
        </a:xfrm>
      </p:grpSpPr>
      <p:pic>
        <p:nvPicPr>
          <p:cNvPr id="183" name="Google Shape;183;p20"/>
          <p:cNvPicPr preferRelativeResize="0"/>
          <p:nvPr/>
        </p:nvPicPr>
        <p:blipFill>
          <a:blip r:embed="rId3">
            <a:alphaModFix/>
          </a:blip>
          <a:stretch>
            <a:fillRect/>
          </a:stretch>
        </p:blipFill>
        <p:spPr>
          <a:xfrm>
            <a:off x="409575" y="2616275"/>
            <a:ext cx="8324849" cy="865806"/>
          </a:xfrm>
          <a:prstGeom prst="rect">
            <a:avLst/>
          </a:prstGeom>
          <a:noFill/>
          <a:ln>
            <a:noFill/>
          </a:ln>
        </p:spPr>
      </p:pic>
      <p:sp>
        <p:nvSpPr>
          <p:cNvPr id="184" name="Google Shape;184;p20"/>
          <p:cNvSpPr txBox="1"/>
          <p:nvPr/>
        </p:nvSpPr>
        <p:spPr>
          <a:xfrm>
            <a:off x="295350" y="334675"/>
            <a:ext cx="8553300" cy="1493100"/>
          </a:xfrm>
          <a:prstGeom prst="rect">
            <a:avLst/>
          </a:prstGeom>
          <a:noFill/>
          <a:ln>
            <a:noFill/>
          </a:ln>
        </p:spPr>
        <p:txBody>
          <a:bodyPr anchorCtr="0" anchor="t" bIns="91425" lIns="91425" spcFirstLastPara="1" rIns="91425" wrap="square" tIns="91425">
            <a:spAutoFit/>
          </a:bodyPr>
          <a:lstStyle/>
          <a:p>
            <a:pPr indent="0" lvl="0" marL="0" rtl="0" algn="ctr">
              <a:lnSpc>
                <a:spcPct val="115000"/>
              </a:lnSpc>
              <a:spcBef>
                <a:spcPts val="0"/>
              </a:spcBef>
              <a:spcAft>
                <a:spcPts val="0"/>
              </a:spcAft>
              <a:buNone/>
            </a:pPr>
            <a:r>
              <a:rPr lang="en" sz="3000">
                <a:solidFill>
                  <a:schemeClr val="lt1"/>
                </a:solidFill>
                <a:latin typeface="Nunito"/>
                <a:ea typeface="Nunito"/>
                <a:cs typeface="Nunito"/>
                <a:sym typeface="Nunito"/>
              </a:rPr>
              <a:t>Cluster preservation algorithm steps per iteration</a:t>
            </a:r>
            <a:endParaRPr sz="2000" u="sng">
              <a:latin typeface="Calibri"/>
              <a:ea typeface="Calibri"/>
              <a:cs typeface="Calibri"/>
              <a:sym typeface="Calibri"/>
            </a:endParaRPr>
          </a:p>
          <a:p>
            <a:pPr indent="0" lvl="0" marL="0" rtl="0" algn="l">
              <a:lnSpc>
                <a:spcPct val="115000"/>
              </a:lnSpc>
              <a:spcBef>
                <a:spcPts val="0"/>
              </a:spcBef>
              <a:spcAft>
                <a:spcPts val="0"/>
              </a:spcAft>
              <a:buNone/>
            </a:pPr>
            <a:r>
              <a:rPr lang="en" sz="1600"/>
              <a:t>*</a:t>
            </a:r>
            <a:r>
              <a:rPr lang="en" sz="1600">
                <a:latin typeface="Calibri"/>
                <a:ea typeface="Calibri"/>
                <a:cs typeface="Calibri"/>
                <a:sym typeface="Calibri"/>
              </a:rPr>
              <a:t>10 repetitions were done and gone through the cluster preservation analysis algorithm</a:t>
            </a:r>
            <a:endParaRPr sz="1800" u="sng">
              <a:latin typeface="Calibri"/>
              <a:ea typeface="Calibri"/>
              <a:cs typeface="Calibri"/>
              <a:sym typeface="Calibri"/>
            </a:endParaRPr>
          </a:p>
        </p:txBody>
      </p:sp>
      <p:cxnSp>
        <p:nvCxnSpPr>
          <p:cNvPr id="185" name="Google Shape;185;p20"/>
          <p:cNvCxnSpPr/>
          <p:nvPr/>
        </p:nvCxnSpPr>
        <p:spPr>
          <a:xfrm>
            <a:off x="2812700" y="3424475"/>
            <a:ext cx="1853400" cy="903600"/>
          </a:xfrm>
          <a:prstGeom prst="bentConnector3">
            <a:avLst>
              <a:gd fmla="val 0" name="adj1"/>
            </a:avLst>
          </a:prstGeom>
          <a:noFill/>
          <a:ln cap="flat" cmpd="sng" w="9525">
            <a:solidFill>
              <a:schemeClr val="dk2"/>
            </a:solidFill>
            <a:prstDash val="solid"/>
            <a:round/>
            <a:headEnd len="med" w="med" type="none"/>
            <a:tailEnd len="med" w="med" type="none"/>
          </a:ln>
        </p:spPr>
      </p:cxnSp>
      <p:cxnSp>
        <p:nvCxnSpPr>
          <p:cNvPr id="186" name="Google Shape;186;p20"/>
          <p:cNvCxnSpPr/>
          <p:nvPr/>
        </p:nvCxnSpPr>
        <p:spPr>
          <a:xfrm flipH="1">
            <a:off x="4596800" y="3447650"/>
            <a:ext cx="1644900" cy="880500"/>
          </a:xfrm>
          <a:prstGeom prst="bentConnector3">
            <a:avLst>
              <a:gd fmla="val 0" name="adj1"/>
            </a:avLst>
          </a:prstGeom>
          <a:noFill/>
          <a:ln cap="flat" cmpd="sng" w="9525">
            <a:solidFill>
              <a:schemeClr val="dk2"/>
            </a:solidFill>
            <a:prstDash val="solid"/>
            <a:round/>
            <a:headEnd len="med" w="med" type="none"/>
            <a:tailEnd len="med" w="med" type="none"/>
          </a:ln>
        </p:spPr>
      </p:cxnSp>
      <p:cxnSp>
        <p:nvCxnSpPr>
          <p:cNvPr id="187" name="Google Shape;187;p20"/>
          <p:cNvCxnSpPr/>
          <p:nvPr/>
        </p:nvCxnSpPr>
        <p:spPr>
          <a:xfrm>
            <a:off x="4571249" y="3441731"/>
            <a:ext cx="5100" cy="891900"/>
          </a:xfrm>
          <a:prstGeom prst="straightConnector1">
            <a:avLst/>
          </a:prstGeom>
          <a:noFill/>
          <a:ln cap="flat" cmpd="sng" w="9525">
            <a:solidFill>
              <a:schemeClr val="dk2"/>
            </a:solidFill>
            <a:prstDash val="solid"/>
            <a:round/>
            <a:headEnd len="med" w="med" type="none"/>
            <a:tailEnd len="med" w="med" type="none"/>
          </a:ln>
        </p:spPr>
      </p:cxnSp>
      <p:sp>
        <p:nvSpPr>
          <p:cNvPr id="188" name="Google Shape;188;p20"/>
          <p:cNvSpPr txBox="1"/>
          <p:nvPr/>
        </p:nvSpPr>
        <p:spPr>
          <a:xfrm>
            <a:off x="3335800" y="4328075"/>
            <a:ext cx="4610400" cy="3849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1300">
                <a:solidFill>
                  <a:schemeClr val="dk2"/>
                </a:solidFill>
                <a:latin typeface="Calibri"/>
                <a:ea typeface="Calibri"/>
                <a:cs typeface="Calibri"/>
                <a:sym typeface="Calibri"/>
              </a:rPr>
              <a:t>Original research </a:t>
            </a:r>
            <a:r>
              <a:rPr lang="en" sz="1300">
                <a:solidFill>
                  <a:schemeClr val="dk2"/>
                </a:solidFill>
                <a:latin typeface="Calibri"/>
                <a:ea typeface="Calibri"/>
                <a:cs typeface="Calibri"/>
                <a:sym typeface="Calibri"/>
              </a:rPr>
              <a:t>clustering</a:t>
            </a:r>
            <a:r>
              <a:rPr lang="en" sz="1300">
                <a:solidFill>
                  <a:schemeClr val="dk2"/>
                </a:solidFill>
                <a:latin typeface="Calibri"/>
                <a:ea typeface="Calibri"/>
                <a:cs typeface="Calibri"/>
                <a:sym typeface="Calibri"/>
              </a:rPr>
              <a:t> pipeline</a:t>
            </a:r>
            <a:endParaRPr sz="1300">
              <a:solidFill>
                <a:schemeClr val="dk2"/>
              </a:solidFill>
              <a:latin typeface="Calibri"/>
              <a:ea typeface="Calibri"/>
              <a:cs typeface="Calibri"/>
              <a:sym typeface="Calibri"/>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2" name="Shape 192"/>
        <p:cNvGrpSpPr/>
        <p:nvPr/>
      </p:nvGrpSpPr>
      <p:grpSpPr>
        <a:xfrm>
          <a:off x="0" y="0"/>
          <a:ext cx="0" cy="0"/>
          <a:chOff x="0" y="0"/>
          <a:chExt cx="0" cy="0"/>
        </a:xfrm>
      </p:grpSpPr>
      <p:sp>
        <p:nvSpPr>
          <p:cNvPr id="193" name="Google Shape;193;p21"/>
          <p:cNvSpPr txBox="1"/>
          <p:nvPr>
            <p:ph type="title"/>
          </p:nvPr>
        </p:nvSpPr>
        <p:spPr>
          <a:xfrm>
            <a:off x="819150" y="845600"/>
            <a:ext cx="7505700" cy="954600"/>
          </a:xfrm>
          <a:prstGeom prst="rect">
            <a:avLst/>
          </a:prstGeom>
        </p:spPr>
        <p:txBody>
          <a:bodyPr anchorCtr="0" anchor="t" bIns="91425" lIns="91425" spcFirstLastPara="1" rIns="91425" wrap="square" tIns="91425">
            <a:normAutofit/>
          </a:bodyPr>
          <a:lstStyle/>
          <a:p>
            <a:pPr indent="0" lvl="0" marL="0" rtl="0" algn="ctr">
              <a:spcBef>
                <a:spcPts val="0"/>
              </a:spcBef>
              <a:spcAft>
                <a:spcPts val="0"/>
              </a:spcAft>
              <a:buNone/>
            </a:pPr>
            <a:r>
              <a:rPr lang="en"/>
              <a:t>Aim 1 - Results and Implications</a:t>
            </a:r>
            <a:endParaRPr/>
          </a:p>
        </p:txBody>
      </p:sp>
      <p:pic>
        <p:nvPicPr>
          <p:cNvPr id="194" name="Google Shape;194;p21"/>
          <p:cNvPicPr preferRelativeResize="0"/>
          <p:nvPr/>
        </p:nvPicPr>
        <p:blipFill>
          <a:blip r:embed="rId3">
            <a:alphaModFix/>
          </a:blip>
          <a:stretch>
            <a:fillRect/>
          </a:stretch>
        </p:blipFill>
        <p:spPr>
          <a:xfrm>
            <a:off x="1131100" y="1665650"/>
            <a:ext cx="6496799" cy="3031050"/>
          </a:xfrm>
          <a:prstGeom prst="rect">
            <a:avLst/>
          </a:prstGeom>
          <a:noFill/>
          <a:ln>
            <a:noFill/>
          </a:ln>
        </p:spPr>
      </p:pic>
      <p:sp>
        <p:nvSpPr>
          <p:cNvPr id="195" name="Google Shape;195;p21"/>
          <p:cNvSpPr txBox="1"/>
          <p:nvPr/>
        </p:nvSpPr>
        <p:spPr>
          <a:xfrm>
            <a:off x="1568275" y="1873325"/>
            <a:ext cx="771000" cy="3078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 sz="800">
                <a:solidFill>
                  <a:schemeClr val="dk2"/>
                </a:solidFill>
                <a:latin typeface="Calibri"/>
                <a:ea typeface="Calibri"/>
                <a:cs typeface="Calibri"/>
                <a:sym typeface="Calibri"/>
              </a:rPr>
              <a:t>14,460 nuclei</a:t>
            </a:r>
            <a:endParaRPr b="1" sz="800">
              <a:solidFill>
                <a:schemeClr val="dk2"/>
              </a:solidFill>
              <a:latin typeface="Calibri"/>
              <a:ea typeface="Calibri"/>
              <a:cs typeface="Calibri"/>
              <a:sym typeface="Calibri"/>
            </a:endParaRPr>
          </a:p>
        </p:txBody>
      </p:sp>
      <p:sp>
        <p:nvSpPr>
          <p:cNvPr id="196" name="Google Shape;196;p21"/>
          <p:cNvSpPr txBox="1"/>
          <p:nvPr/>
        </p:nvSpPr>
        <p:spPr>
          <a:xfrm>
            <a:off x="3833250" y="1873325"/>
            <a:ext cx="771000" cy="3078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 sz="800">
                <a:solidFill>
                  <a:schemeClr val="dk2"/>
                </a:solidFill>
                <a:latin typeface="Calibri"/>
                <a:ea typeface="Calibri"/>
                <a:cs typeface="Calibri"/>
                <a:sym typeface="Calibri"/>
              </a:rPr>
              <a:t>7</a:t>
            </a:r>
            <a:r>
              <a:rPr b="1" lang="en" sz="800">
                <a:solidFill>
                  <a:schemeClr val="dk2"/>
                </a:solidFill>
                <a:latin typeface="Calibri"/>
                <a:ea typeface="Calibri"/>
                <a:cs typeface="Calibri"/>
                <a:sym typeface="Calibri"/>
              </a:rPr>
              <a:t>,460 nuclei</a:t>
            </a:r>
            <a:endParaRPr b="1" sz="800">
              <a:solidFill>
                <a:schemeClr val="dk2"/>
              </a:solidFill>
              <a:latin typeface="Calibri"/>
              <a:ea typeface="Calibri"/>
              <a:cs typeface="Calibri"/>
              <a:sym typeface="Calibri"/>
            </a:endParaRPr>
          </a:p>
        </p:txBody>
      </p:sp>
      <p:sp>
        <p:nvSpPr>
          <p:cNvPr id="197" name="Google Shape;197;p21"/>
          <p:cNvSpPr txBox="1"/>
          <p:nvPr/>
        </p:nvSpPr>
        <p:spPr>
          <a:xfrm>
            <a:off x="6548000" y="1873325"/>
            <a:ext cx="771000" cy="3078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 sz="800">
                <a:solidFill>
                  <a:schemeClr val="dk2"/>
                </a:solidFill>
                <a:latin typeface="Calibri"/>
                <a:ea typeface="Calibri"/>
                <a:cs typeface="Calibri"/>
                <a:sym typeface="Calibri"/>
              </a:rPr>
              <a:t>460 nuclei</a:t>
            </a:r>
            <a:endParaRPr b="1" sz="800">
              <a:solidFill>
                <a:schemeClr val="dk2"/>
              </a:solidFill>
              <a:latin typeface="Calibri"/>
              <a:ea typeface="Calibri"/>
              <a:cs typeface="Calibri"/>
              <a:sym typeface="Calibri"/>
            </a:endParaRPr>
          </a:p>
        </p:txBody>
      </p:sp>
      <p:sp>
        <p:nvSpPr>
          <p:cNvPr id="198" name="Google Shape;198;p21"/>
          <p:cNvSpPr txBox="1"/>
          <p:nvPr/>
        </p:nvSpPr>
        <p:spPr>
          <a:xfrm>
            <a:off x="1568275" y="3272075"/>
            <a:ext cx="771000" cy="3078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 sz="800">
                <a:solidFill>
                  <a:schemeClr val="dk2"/>
                </a:solidFill>
                <a:latin typeface="Calibri"/>
                <a:ea typeface="Calibri"/>
                <a:cs typeface="Calibri"/>
                <a:sym typeface="Calibri"/>
              </a:rPr>
              <a:t>11,205 </a:t>
            </a:r>
            <a:r>
              <a:rPr b="1" lang="en" sz="800">
                <a:solidFill>
                  <a:schemeClr val="dk2"/>
                </a:solidFill>
                <a:latin typeface="Calibri"/>
                <a:ea typeface="Calibri"/>
                <a:cs typeface="Calibri"/>
                <a:sym typeface="Calibri"/>
              </a:rPr>
              <a:t>nuclei</a:t>
            </a:r>
            <a:endParaRPr b="1" sz="800">
              <a:solidFill>
                <a:schemeClr val="dk2"/>
              </a:solidFill>
              <a:latin typeface="Calibri"/>
              <a:ea typeface="Calibri"/>
              <a:cs typeface="Calibri"/>
              <a:sym typeface="Calibri"/>
            </a:endParaRPr>
          </a:p>
        </p:txBody>
      </p:sp>
      <p:sp>
        <p:nvSpPr>
          <p:cNvPr id="199" name="Google Shape;199;p21"/>
          <p:cNvSpPr txBox="1"/>
          <p:nvPr/>
        </p:nvSpPr>
        <p:spPr>
          <a:xfrm>
            <a:off x="3833250" y="3272075"/>
            <a:ext cx="771000" cy="3078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 sz="800">
                <a:solidFill>
                  <a:schemeClr val="dk2"/>
                </a:solidFill>
                <a:latin typeface="Calibri"/>
                <a:ea typeface="Calibri"/>
                <a:cs typeface="Calibri"/>
                <a:sym typeface="Calibri"/>
              </a:rPr>
              <a:t>6</a:t>
            </a:r>
            <a:r>
              <a:rPr b="1" lang="en" sz="800">
                <a:solidFill>
                  <a:schemeClr val="dk2"/>
                </a:solidFill>
                <a:latin typeface="Calibri"/>
                <a:ea typeface="Calibri"/>
                <a:cs typeface="Calibri"/>
                <a:sym typeface="Calibri"/>
              </a:rPr>
              <a:t>,205 nuclei</a:t>
            </a:r>
            <a:endParaRPr b="1" sz="800">
              <a:solidFill>
                <a:schemeClr val="dk2"/>
              </a:solidFill>
              <a:latin typeface="Calibri"/>
              <a:ea typeface="Calibri"/>
              <a:cs typeface="Calibri"/>
              <a:sym typeface="Calibri"/>
            </a:endParaRPr>
          </a:p>
        </p:txBody>
      </p:sp>
      <p:sp>
        <p:nvSpPr>
          <p:cNvPr id="200" name="Google Shape;200;p21"/>
          <p:cNvSpPr txBox="1"/>
          <p:nvPr/>
        </p:nvSpPr>
        <p:spPr>
          <a:xfrm>
            <a:off x="6548000" y="3272075"/>
            <a:ext cx="771000" cy="3078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 sz="800">
                <a:solidFill>
                  <a:schemeClr val="dk2"/>
                </a:solidFill>
                <a:latin typeface="Calibri"/>
                <a:ea typeface="Calibri"/>
                <a:cs typeface="Calibri"/>
                <a:sym typeface="Calibri"/>
              </a:rPr>
              <a:t>205</a:t>
            </a:r>
            <a:r>
              <a:rPr b="1" lang="en" sz="800">
                <a:solidFill>
                  <a:schemeClr val="dk2"/>
                </a:solidFill>
                <a:latin typeface="Calibri"/>
                <a:ea typeface="Calibri"/>
                <a:cs typeface="Calibri"/>
                <a:sym typeface="Calibri"/>
              </a:rPr>
              <a:t> nuclei</a:t>
            </a:r>
            <a:endParaRPr b="1" sz="800">
              <a:solidFill>
                <a:schemeClr val="dk2"/>
              </a:solidFill>
              <a:latin typeface="Calibri"/>
              <a:ea typeface="Calibri"/>
              <a:cs typeface="Calibri"/>
              <a:sym typeface="Calibri"/>
            </a:endParaRPr>
          </a:p>
        </p:txBody>
      </p:sp>
      <p:pic>
        <p:nvPicPr>
          <p:cNvPr id="201" name="Google Shape;201;p21"/>
          <p:cNvPicPr preferRelativeResize="0"/>
          <p:nvPr/>
        </p:nvPicPr>
        <p:blipFill rotWithShape="1">
          <a:blip r:embed="rId4">
            <a:alphaModFix/>
          </a:blip>
          <a:srcRect b="0" l="52671" r="0" t="0"/>
          <a:stretch/>
        </p:blipFill>
        <p:spPr>
          <a:xfrm>
            <a:off x="3097650" y="1873325"/>
            <a:ext cx="3041603" cy="2677024"/>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01"/>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5" name="Shape 205"/>
        <p:cNvGrpSpPr/>
        <p:nvPr/>
      </p:nvGrpSpPr>
      <p:grpSpPr>
        <a:xfrm>
          <a:off x="0" y="0"/>
          <a:ext cx="0" cy="0"/>
          <a:chOff x="0" y="0"/>
          <a:chExt cx="0" cy="0"/>
        </a:xfrm>
      </p:grpSpPr>
      <p:sp>
        <p:nvSpPr>
          <p:cNvPr id="206" name="Google Shape;206;p22"/>
          <p:cNvSpPr txBox="1"/>
          <p:nvPr>
            <p:ph type="title"/>
          </p:nvPr>
        </p:nvSpPr>
        <p:spPr>
          <a:xfrm>
            <a:off x="819150" y="845600"/>
            <a:ext cx="7505700" cy="954600"/>
          </a:xfrm>
          <a:prstGeom prst="rect">
            <a:avLst/>
          </a:prstGeom>
        </p:spPr>
        <p:txBody>
          <a:bodyPr anchorCtr="0" anchor="t" bIns="91425" lIns="91425" spcFirstLastPara="1" rIns="91425" wrap="square" tIns="91425">
            <a:normAutofit/>
          </a:bodyPr>
          <a:lstStyle/>
          <a:p>
            <a:pPr indent="0" lvl="0" marL="0" rtl="0" algn="ctr">
              <a:spcBef>
                <a:spcPts val="0"/>
              </a:spcBef>
              <a:spcAft>
                <a:spcPts val="0"/>
              </a:spcAft>
              <a:buNone/>
            </a:pPr>
            <a:r>
              <a:rPr lang="en"/>
              <a:t>Aim 1 - Results and Implications</a:t>
            </a:r>
            <a:endParaRPr/>
          </a:p>
        </p:txBody>
      </p:sp>
      <p:pic>
        <p:nvPicPr>
          <p:cNvPr id="207" name="Google Shape;207;p22"/>
          <p:cNvPicPr preferRelativeResize="0"/>
          <p:nvPr/>
        </p:nvPicPr>
        <p:blipFill>
          <a:blip r:embed="rId3">
            <a:alphaModFix/>
          </a:blip>
          <a:stretch>
            <a:fillRect/>
          </a:stretch>
        </p:blipFill>
        <p:spPr>
          <a:xfrm>
            <a:off x="612437" y="1931600"/>
            <a:ext cx="7919130" cy="2374192"/>
          </a:xfrm>
          <a:prstGeom prst="rect">
            <a:avLst/>
          </a:prstGeom>
          <a:noFill/>
          <a:ln>
            <a:noFill/>
          </a:ln>
        </p:spPr>
      </p:pic>
      <p:sp>
        <p:nvSpPr>
          <p:cNvPr id="208" name="Google Shape;208;p22"/>
          <p:cNvSpPr txBox="1"/>
          <p:nvPr/>
        </p:nvSpPr>
        <p:spPr>
          <a:xfrm>
            <a:off x="1079775" y="696625"/>
            <a:ext cx="6687600" cy="3849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t/>
            </a:r>
            <a:endParaRPr sz="1300">
              <a:solidFill>
                <a:schemeClr val="dk2"/>
              </a:solidFill>
              <a:highlight>
                <a:schemeClr val="accent4"/>
              </a:highlight>
              <a:latin typeface="Calibri"/>
              <a:ea typeface="Calibri"/>
              <a:cs typeface="Calibri"/>
              <a:sym typeface="Calibri"/>
            </a:endParaRPr>
          </a:p>
        </p:txBody>
      </p:sp>
      <p:sp>
        <p:nvSpPr>
          <p:cNvPr id="209" name="Google Shape;209;p22"/>
          <p:cNvSpPr txBox="1"/>
          <p:nvPr/>
        </p:nvSpPr>
        <p:spPr>
          <a:xfrm rot="-5400000">
            <a:off x="4975475" y="2957150"/>
            <a:ext cx="1158000" cy="323100"/>
          </a:xfrm>
          <a:prstGeom prst="rect">
            <a:avLst/>
          </a:prstGeom>
          <a:solidFill>
            <a:schemeClr val="dk1"/>
          </a:solid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900">
                <a:solidFill>
                  <a:schemeClr val="dk2"/>
                </a:solidFill>
                <a:latin typeface="Calibri"/>
                <a:ea typeface="Calibri"/>
                <a:cs typeface="Calibri"/>
                <a:sym typeface="Calibri"/>
              </a:rPr>
              <a:t>Cluster preservation</a:t>
            </a:r>
            <a:endParaRPr sz="900">
              <a:solidFill>
                <a:schemeClr val="dk2"/>
              </a:solidFill>
              <a:latin typeface="Calibri"/>
              <a:ea typeface="Calibri"/>
              <a:cs typeface="Calibri"/>
              <a:sym typeface="Calibri"/>
            </a:endParaRPr>
          </a:p>
        </p:txBody>
      </p:sp>
      <p:sp>
        <p:nvSpPr>
          <p:cNvPr id="210" name="Google Shape;210;p22"/>
          <p:cNvSpPr txBox="1"/>
          <p:nvPr/>
        </p:nvSpPr>
        <p:spPr>
          <a:xfrm rot="-5400000">
            <a:off x="-59175" y="2957150"/>
            <a:ext cx="1147500" cy="323100"/>
          </a:xfrm>
          <a:prstGeom prst="rect">
            <a:avLst/>
          </a:prstGeom>
          <a:solidFill>
            <a:schemeClr val="dk1"/>
          </a:solid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900">
                <a:solidFill>
                  <a:schemeClr val="dk2"/>
                </a:solidFill>
                <a:latin typeface="Calibri"/>
                <a:ea typeface="Calibri"/>
                <a:cs typeface="Calibri"/>
                <a:sym typeface="Calibri"/>
              </a:rPr>
              <a:t>Cluster preservation</a:t>
            </a:r>
            <a:endParaRPr sz="900">
              <a:solidFill>
                <a:schemeClr val="dk2"/>
              </a:solidFill>
              <a:latin typeface="Calibri"/>
              <a:ea typeface="Calibri"/>
              <a:cs typeface="Calibri"/>
              <a:sym typeface="Calibri"/>
            </a:endParaRPr>
          </a:p>
        </p:txBody>
      </p:sp>
      <p:sp>
        <p:nvSpPr>
          <p:cNvPr id="211" name="Google Shape;211;p22"/>
          <p:cNvSpPr txBox="1"/>
          <p:nvPr/>
        </p:nvSpPr>
        <p:spPr>
          <a:xfrm>
            <a:off x="1371425" y="1987625"/>
            <a:ext cx="1355400" cy="323100"/>
          </a:xfrm>
          <a:prstGeom prst="rect">
            <a:avLst/>
          </a:prstGeom>
          <a:solidFill>
            <a:schemeClr val="dk1"/>
          </a:solid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 sz="900">
                <a:solidFill>
                  <a:schemeClr val="dk2"/>
                </a:solidFill>
                <a:latin typeface="Calibri"/>
                <a:ea typeface="Calibri"/>
                <a:cs typeface="Calibri"/>
                <a:sym typeface="Calibri"/>
              </a:rPr>
              <a:t>Boxplot for all clusters</a:t>
            </a:r>
            <a:endParaRPr b="1" sz="900">
              <a:solidFill>
                <a:schemeClr val="dk2"/>
              </a:solidFill>
              <a:latin typeface="Calibri"/>
              <a:ea typeface="Calibri"/>
              <a:cs typeface="Calibri"/>
              <a:sym typeface="Calibri"/>
            </a:endParaRPr>
          </a:p>
        </p:txBody>
      </p:sp>
      <p:sp>
        <p:nvSpPr>
          <p:cNvPr id="212" name="Google Shape;212;p22"/>
          <p:cNvSpPr txBox="1"/>
          <p:nvPr/>
        </p:nvSpPr>
        <p:spPr>
          <a:xfrm>
            <a:off x="6598500" y="1931600"/>
            <a:ext cx="1355400" cy="323100"/>
          </a:xfrm>
          <a:prstGeom prst="rect">
            <a:avLst/>
          </a:prstGeom>
          <a:solidFill>
            <a:schemeClr val="dk1"/>
          </a:solid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 sz="900">
                <a:solidFill>
                  <a:schemeClr val="dk2"/>
                </a:solidFill>
                <a:latin typeface="Calibri"/>
                <a:ea typeface="Calibri"/>
                <a:cs typeface="Calibri"/>
                <a:sym typeface="Calibri"/>
              </a:rPr>
              <a:t>Boxplot for all clusters</a:t>
            </a:r>
            <a:endParaRPr b="1" sz="900">
              <a:solidFill>
                <a:schemeClr val="dk2"/>
              </a:solidFill>
              <a:latin typeface="Calibri"/>
              <a:ea typeface="Calibri"/>
              <a:cs typeface="Calibri"/>
              <a:sym typeface="Calibri"/>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6" name="Shape 216"/>
        <p:cNvGrpSpPr/>
        <p:nvPr/>
      </p:nvGrpSpPr>
      <p:grpSpPr>
        <a:xfrm>
          <a:off x="0" y="0"/>
          <a:ext cx="0" cy="0"/>
          <a:chOff x="0" y="0"/>
          <a:chExt cx="0" cy="0"/>
        </a:xfrm>
      </p:grpSpPr>
      <p:sp>
        <p:nvSpPr>
          <p:cNvPr id="217" name="Google Shape;217;p23"/>
          <p:cNvSpPr txBox="1"/>
          <p:nvPr>
            <p:ph type="title"/>
          </p:nvPr>
        </p:nvSpPr>
        <p:spPr>
          <a:xfrm>
            <a:off x="819150" y="845600"/>
            <a:ext cx="7505700" cy="954600"/>
          </a:xfrm>
          <a:prstGeom prst="rect">
            <a:avLst/>
          </a:prstGeom>
        </p:spPr>
        <p:txBody>
          <a:bodyPr anchorCtr="0" anchor="t" bIns="91425" lIns="91425" spcFirstLastPara="1" rIns="91425" wrap="square" tIns="91425">
            <a:normAutofit fontScale="90000"/>
          </a:bodyPr>
          <a:lstStyle/>
          <a:p>
            <a:pPr indent="0" lvl="0" marL="0" rtl="0" algn="ctr">
              <a:spcBef>
                <a:spcPts val="0"/>
              </a:spcBef>
              <a:spcAft>
                <a:spcPts val="0"/>
              </a:spcAft>
              <a:buNone/>
            </a:pPr>
            <a:r>
              <a:rPr lang="en"/>
              <a:t>Aim 2* -</a:t>
            </a:r>
            <a:r>
              <a:rPr lang="en"/>
              <a:t>Motivation</a:t>
            </a:r>
            <a:endParaRPr/>
          </a:p>
          <a:p>
            <a:pPr indent="0" lvl="0" marL="0" rtl="0" algn="ctr">
              <a:spcBef>
                <a:spcPts val="0"/>
              </a:spcBef>
              <a:spcAft>
                <a:spcPts val="0"/>
              </a:spcAft>
              <a:buNone/>
            </a:pPr>
            <a:r>
              <a:rPr b="1" lang="en" sz="1955">
                <a:solidFill>
                  <a:srgbClr val="000000"/>
                </a:solidFill>
                <a:latin typeface="Calibri"/>
                <a:ea typeface="Calibri"/>
                <a:cs typeface="Calibri"/>
                <a:sym typeface="Calibri"/>
              </a:rPr>
              <a:t>*</a:t>
            </a:r>
            <a:r>
              <a:rPr b="1" lang="en" sz="1955">
                <a:solidFill>
                  <a:srgbClr val="000000"/>
                </a:solidFill>
                <a:latin typeface="Calibri"/>
                <a:ea typeface="Calibri"/>
                <a:cs typeface="Calibri"/>
                <a:sym typeface="Calibri"/>
              </a:rPr>
              <a:t>Explore functional differences between the adipose tissues</a:t>
            </a:r>
            <a:endParaRPr sz="2777"/>
          </a:p>
        </p:txBody>
      </p:sp>
      <p:sp>
        <p:nvSpPr>
          <p:cNvPr id="218" name="Google Shape;218;p23"/>
          <p:cNvSpPr txBox="1"/>
          <p:nvPr>
            <p:ph idx="1" type="body"/>
          </p:nvPr>
        </p:nvSpPr>
        <p:spPr>
          <a:xfrm>
            <a:off x="391650" y="1800200"/>
            <a:ext cx="8360700" cy="2448000"/>
          </a:xfrm>
          <a:prstGeom prst="rect">
            <a:avLst/>
          </a:prstGeom>
        </p:spPr>
        <p:txBody>
          <a:bodyPr anchorCtr="0" anchor="t" bIns="91425" lIns="91425" spcFirstLastPara="1" rIns="91425" wrap="square" tIns="91425">
            <a:normAutofit/>
          </a:bodyPr>
          <a:lstStyle/>
          <a:p>
            <a:pPr indent="-355600" lvl="0" marL="457200" rtl="0" algn="l">
              <a:spcBef>
                <a:spcPts val="0"/>
              </a:spcBef>
              <a:spcAft>
                <a:spcPts val="0"/>
              </a:spcAft>
              <a:buClr>
                <a:srgbClr val="000000"/>
              </a:buClr>
              <a:buSzPts val="2000"/>
              <a:buFont typeface="Arial"/>
              <a:buChar char="●"/>
            </a:pPr>
            <a:r>
              <a:rPr b="1" lang="en" sz="2000">
                <a:solidFill>
                  <a:srgbClr val="000000"/>
                </a:solidFill>
              </a:rPr>
              <a:t>Improve Analysis Accuracy</a:t>
            </a:r>
            <a:r>
              <a:rPr lang="en" sz="2000">
                <a:solidFill>
                  <a:srgbClr val="000000"/>
                </a:solidFill>
              </a:rPr>
              <a:t>: Complement single-cell differential expression analysis with a pseudo-bulk approach to reduce p-value inflation and provide a population-level perspective</a:t>
            </a:r>
            <a:endParaRPr b="1" sz="2000">
              <a:solidFill>
                <a:srgbClr val="000000"/>
              </a:solidFill>
            </a:endParaRPr>
          </a:p>
          <a:p>
            <a:pPr indent="-355600" lvl="0" marL="457200" rtl="0" algn="l">
              <a:spcBef>
                <a:spcPts val="0"/>
              </a:spcBef>
              <a:spcAft>
                <a:spcPts val="0"/>
              </a:spcAft>
              <a:buClr>
                <a:srgbClr val="000000"/>
              </a:buClr>
              <a:buSzPts val="2000"/>
              <a:buFont typeface="Arial"/>
              <a:buChar char="●"/>
            </a:pPr>
            <a:r>
              <a:rPr b="1" lang="en" sz="2000">
                <a:solidFill>
                  <a:srgbClr val="000000"/>
                </a:solidFill>
              </a:rPr>
              <a:t>Understand Functional Differences</a:t>
            </a:r>
            <a:r>
              <a:rPr lang="en" sz="2000">
                <a:solidFill>
                  <a:srgbClr val="000000"/>
                </a:solidFill>
              </a:rPr>
              <a:t>: Crucial for identifying distinct roles of hSAT and hVAT tissues</a:t>
            </a:r>
            <a:endParaRPr sz="2000">
              <a:solidFill>
                <a:srgbClr val="000000"/>
              </a:solidFill>
              <a:highlight>
                <a:schemeClr val="dk1"/>
              </a:highlight>
            </a:endParaRPr>
          </a:p>
          <a:p>
            <a:pPr indent="0" lvl="0" marL="0" rtl="0" algn="l">
              <a:spcBef>
                <a:spcPts val="1200"/>
              </a:spcBef>
              <a:spcAft>
                <a:spcPts val="1200"/>
              </a:spcAft>
              <a:buNone/>
            </a:pPr>
            <a:r>
              <a:t/>
            </a:r>
            <a:endParaRPr/>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2" name="Shape 222"/>
        <p:cNvGrpSpPr/>
        <p:nvPr/>
      </p:nvGrpSpPr>
      <p:grpSpPr>
        <a:xfrm>
          <a:off x="0" y="0"/>
          <a:ext cx="0" cy="0"/>
          <a:chOff x="0" y="0"/>
          <a:chExt cx="0" cy="0"/>
        </a:xfrm>
      </p:grpSpPr>
      <p:sp>
        <p:nvSpPr>
          <p:cNvPr id="223" name="Google Shape;223;p24"/>
          <p:cNvSpPr txBox="1"/>
          <p:nvPr>
            <p:ph type="title"/>
          </p:nvPr>
        </p:nvSpPr>
        <p:spPr>
          <a:xfrm>
            <a:off x="819150" y="845600"/>
            <a:ext cx="7505700" cy="954600"/>
          </a:xfrm>
          <a:prstGeom prst="rect">
            <a:avLst/>
          </a:prstGeom>
        </p:spPr>
        <p:txBody>
          <a:bodyPr anchorCtr="0" anchor="t" bIns="91425" lIns="91425" spcFirstLastPara="1" rIns="91425" wrap="square" tIns="91425">
            <a:normAutofit/>
          </a:bodyPr>
          <a:lstStyle/>
          <a:p>
            <a:pPr indent="0" lvl="0" marL="0" rtl="0" algn="ctr">
              <a:spcBef>
                <a:spcPts val="0"/>
              </a:spcBef>
              <a:spcAft>
                <a:spcPts val="0"/>
              </a:spcAft>
              <a:buNone/>
            </a:pPr>
            <a:r>
              <a:rPr lang="en"/>
              <a:t>Aim 2 - Methods</a:t>
            </a:r>
            <a:endParaRPr/>
          </a:p>
        </p:txBody>
      </p:sp>
      <p:sp>
        <p:nvSpPr>
          <p:cNvPr id="224" name="Google Shape;224;p24"/>
          <p:cNvSpPr txBox="1"/>
          <p:nvPr>
            <p:ph idx="1" type="body"/>
          </p:nvPr>
        </p:nvSpPr>
        <p:spPr>
          <a:xfrm>
            <a:off x="651200" y="1570850"/>
            <a:ext cx="7505700" cy="2448000"/>
          </a:xfrm>
          <a:prstGeom prst="rect">
            <a:avLst/>
          </a:prstGeom>
        </p:spPr>
        <p:txBody>
          <a:bodyPr anchorCtr="0" anchor="t" bIns="91425" lIns="91425" spcFirstLastPara="1" rIns="91425" wrap="square" tIns="91425">
            <a:normAutofit/>
          </a:bodyPr>
          <a:lstStyle/>
          <a:p>
            <a:pPr indent="-323850" lvl="0" marL="457200" rtl="0" algn="l">
              <a:lnSpc>
                <a:spcPct val="95000"/>
              </a:lnSpc>
              <a:spcBef>
                <a:spcPts val="0"/>
              </a:spcBef>
              <a:spcAft>
                <a:spcPts val="0"/>
              </a:spcAft>
              <a:buClr>
                <a:srgbClr val="000000"/>
              </a:buClr>
              <a:buSzPts val="1500"/>
              <a:buChar char="●"/>
            </a:pPr>
            <a:r>
              <a:rPr lang="en" sz="1500">
                <a:solidFill>
                  <a:srgbClr val="000000"/>
                </a:solidFill>
                <a:highlight>
                  <a:schemeClr val="dk1"/>
                </a:highlight>
              </a:rPr>
              <a:t>Data preprocessing and adaptation of our data to pseudo-Bulk differential expression </a:t>
            </a:r>
            <a:r>
              <a:rPr lang="en" sz="1500">
                <a:solidFill>
                  <a:srgbClr val="000000"/>
                </a:solidFill>
                <a:highlight>
                  <a:schemeClr val="dk1"/>
                </a:highlight>
              </a:rPr>
              <a:t>analysis flow</a:t>
            </a:r>
            <a:r>
              <a:rPr lang="en" sz="1500">
                <a:solidFill>
                  <a:srgbClr val="000000"/>
                </a:solidFill>
                <a:highlight>
                  <a:schemeClr val="dk1"/>
                </a:highlight>
              </a:rPr>
              <a:t> </a:t>
            </a:r>
            <a:r>
              <a:rPr lang="en" sz="1500">
                <a:solidFill>
                  <a:srgbClr val="000000"/>
                </a:solidFill>
                <a:highlight>
                  <a:schemeClr val="dk1"/>
                </a:highlight>
              </a:rPr>
              <a:t>based on HBCTRaining (2024)</a:t>
            </a:r>
            <a:endParaRPr sz="1500">
              <a:solidFill>
                <a:srgbClr val="000000"/>
              </a:solidFill>
              <a:highlight>
                <a:schemeClr val="dk1"/>
              </a:highlight>
            </a:endParaRPr>
          </a:p>
          <a:p>
            <a:pPr indent="-323850" lvl="0" marL="457200" rtl="0" algn="l">
              <a:lnSpc>
                <a:spcPct val="95000"/>
              </a:lnSpc>
              <a:spcBef>
                <a:spcPts val="0"/>
              </a:spcBef>
              <a:spcAft>
                <a:spcPts val="0"/>
              </a:spcAft>
              <a:buClr>
                <a:srgbClr val="000000"/>
              </a:buClr>
              <a:buSzPts val="1500"/>
              <a:buChar char="●"/>
            </a:pPr>
            <a:r>
              <a:rPr lang="en" sz="1500">
                <a:solidFill>
                  <a:srgbClr val="000000"/>
                </a:solidFill>
              </a:rPr>
              <a:t>Usage of multiple gene enrichment analysis functions to identify which biological processes, pathways, or functions are enriched among the </a:t>
            </a:r>
            <a:r>
              <a:rPr lang="en" sz="1500">
                <a:solidFill>
                  <a:srgbClr val="000000"/>
                </a:solidFill>
              </a:rPr>
              <a:t>differentially</a:t>
            </a:r>
            <a:r>
              <a:rPr lang="en" sz="1500">
                <a:solidFill>
                  <a:srgbClr val="000000"/>
                </a:solidFill>
              </a:rPr>
              <a:t> expressed genes </a:t>
            </a:r>
            <a:endParaRPr/>
          </a:p>
          <a:p>
            <a:pPr indent="0" lvl="0" marL="0" rtl="0" algn="l">
              <a:lnSpc>
                <a:spcPct val="95000"/>
              </a:lnSpc>
              <a:spcBef>
                <a:spcPts val="0"/>
              </a:spcBef>
              <a:spcAft>
                <a:spcPts val="0"/>
              </a:spcAft>
              <a:buNone/>
            </a:pPr>
            <a:r>
              <a:t/>
            </a:r>
            <a:endParaRPr b="1" sz="1400" u="sng"/>
          </a:p>
          <a:p>
            <a:pPr indent="0" lvl="0" marL="0" rtl="0" algn="l">
              <a:lnSpc>
                <a:spcPct val="95000"/>
              </a:lnSpc>
              <a:spcBef>
                <a:spcPts val="1200"/>
              </a:spcBef>
              <a:spcAft>
                <a:spcPts val="1200"/>
              </a:spcAft>
              <a:buNone/>
            </a:pPr>
            <a:r>
              <a:rPr b="1" lang="en" sz="1400" u="sng"/>
              <a:t>Functional differences analysis steps</a:t>
            </a:r>
            <a:endParaRPr b="1" sz="1400" u="sng"/>
          </a:p>
        </p:txBody>
      </p:sp>
      <p:pic>
        <p:nvPicPr>
          <p:cNvPr id="225" name="Google Shape;225;p24"/>
          <p:cNvPicPr preferRelativeResize="0"/>
          <p:nvPr/>
        </p:nvPicPr>
        <p:blipFill>
          <a:blip r:embed="rId3">
            <a:alphaModFix/>
          </a:blip>
          <a:stretch>
            <a:fillRect/>
          </a:stretch>
        </p:blipFill>
        <p:spPr>
          <a:xfrm>
            <a:off x="618588" y="3522900"/>
            <a:ext cx="7570924" cy="1069325"/>
          </a:xfrm>
          <a:prstGeom prst="rect">
            <a:avLst/>
          </a:prstGeom>
          <a:noFill/>
          <a:ln>
            <a:noFill/>
          </a:ln>
        </p:spPr>
      </p:pic>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9" name="Shape 229"/>
        <p:cNvGrpSpPr/>
        <p:nvPr/>
      </p:nvGrpSpPr>
      <p:grpSpPr>
        <a:xfrm>
          <a:off x="0" y="0"/>
          <a:ext cx="0" cy="0"/>
          <a:chOff x="0" y="0"/>
          <a:chExt cx="0" cy="0"/>
        </a:xfrm>
      </p:grpSpPr>
      <p:sp>
        <p:nvSpPr>
          <p:cNvPr id="230" name="Google Shape;230;p25"/>
          <p:cNvSpPr txBox="1"/>
          <p:nvPr>
            <p:ph type="title"/>
          </p:nvPr>
        </p:nvSpPr>
        <p:spPr>
          <a:xfrm>
            <a:off x="987100" y="908575"/>
            <a:ext cx="7505700" cy="954600"/>
          </a:xfrm>
          <a:prstGeom prst="rect">
            <a:avLst/>
          </a:prstGeom>
        </p:spPr>
        <p:txBody>
          <a:bodyPr anchorCtr="0" anchor="t" bIns="91425" lIns="91425" spcFirstLastPara="1" rIns="91425" wrap="square" tIns="91425">
            <a:normAutofit/>
          </a:bodyPr>
          <a:lstStyle/>
          <a:p>
            <a:pPr indent="0" lvl="0" marL="0" rtl="0" algn="ctr">
              <a:spcBef>
                <a:spcPts val="0"/>
              </a:spcBef>
              <a:spcAft>
                <a:spcPts val="0"/>
              </a:spcAft>
              <a:buNone/>
            </a:pPr>
            <a:r>
              <a:rPr lang="en"/>
              <a:t>Aim 2 - Results and Implications</a:t>
            </a:r>
            <a:endParaRPr/>
          </a:p>
        </p:txBody>
      </p:sp>
      <p:sp>
        <p:nvSpPr>
          <p:cNvPr id="231" name="Google Shape;231;p25"/>
          <p:cNvSpPr txBox="1"/>
          <p:nvPr/>
        </p:nvSpPr>
        <p:spPr>
          <a:xfrm>
            <a:off x="2053700" y="4094225"/>
            <a:ext cx="1118400" cy="2616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500">
                <a:solidFill>
                  <a:schemeClr val="dk2"/>
                </a:solidFill>
                <a:latin typeface="Calibri"/>
                <a:ea typeface="Calibri"/>
                <a:cs typeface="Calibri"/>
                <a:sym typeface="Calibri"/>
              </a:rPr>
              <a:t>sample_cluster</a:t>
            </a:r>
            <a:endParaRPr sz="500">
              <a:solidFill>
                <a:schemeClr val="dk2"/>
              </a:solidFill>
              <a:latin typeface="Calibri"/>
              <a:ea typeface="Calibri"/>
              <a:cs typeface="Calibri"/>
              <a:sym typeface="Calibri"/>
            </a:endParaRPr>
          </a:p>
        </p:txBody>
      </p:sp>
      <p:sp>
        <p:nvSpPr>
          <p:cNvPr id="232" name="Google Shape;232;p25"/>
          <p:cNvSpPr txBox="1"/>
          <p:nvPr/>
        </p:nvSpPr>
        <p:spPr>
          <a:xfrm rot="-5400000">
            <a:off x="50125" y="2855275"/>
            <a:ext cx="1118400" cy="2616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800">
                <a:solidFill>
                  <a:schemeClr val="dk2"/>
                </a:solidFill>
                <a:latin typeface="Calibri"/>
                <a:ea typeface="Calibri"/>
                <a:cs typeface="Calibri"/>
                <a:sym typeface="Calibri"/>
              </a:rPr>
              <a:t>Significant genes</a:t>
            </a:r>
            <a:endParaRPr sz="800">
              <a:solidFill>
                <a:schemeClr val="dk2"/>
              </a:solidFill>
              <a:latin typeface="Calibri"/>
              <a:ea typeface="Calibri"/>
              <a:cs typeface="Calibri"/>
              <a:sym typeface="Calibri"/>
            </a:endParaRPr>
          </a:p>
        </p:txBody>
      </p:sp>
      <p:sp>
        <p:nvSpPr>
          <p:cNvPr id="233" name="Google Shape;233;p25"/>
          <p:cNvSpPr txBox="1"/>
          <p:nvPr/>
        </p:nvSpPr>
        <p:spPr>
          <a:xfrm>
            <a:off x="878750" y="1514550"/>
            <a:ext cx="3254700" cy="6771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1600">
                <a:latin typeface="Calibri"/>
                <a:ea typeface="Calibri"/>
                <a:cs typeface="Calibri"/>
                <a:sym typeface="Calibri"/>
              </a:rPr>
              <a:t>heatmap of the significant genes(hSAT vs hVAT)</a:t>
            </a:r>
            <a:endParaRPr sz="900">
              <a:solidFill>
                <a:schemeClr val="dk2"/>
              </a:solidFill>
              <a:latin typeface="Calibri"/>
              <a:ea typeface="Calibri"/>
              <a:cs typeface="Calibri"/>
              <a:sym typeface="Calibri"/>
            </a:endParaRPr>
          </a:p>
        </p:txBody>
      </p:sp>
      <p:sp>
        <p:nvSpPr>
          <p:cNvPr id="234" name="Google Shape;234;p25"/>
          <p:cNvSpPr txBox="1"/>
          <p:nvPr/>
        </p:nvSpPr>
        <p:spPr>
          <a:xfrm>
            <a:off x="5025600" y="1588025"/>
            <a:ext cx="4118400" cy="4311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1600">
                <a:latin typeface="Calibri"/>
                <a:ea typeface="Calibri"/>
                <a:cs typeface="Calibri"/>
                <a:sym typeface="Calibri"/>
              </a:rPr>
              <a:t>PCA plot of the differential gene expression</a:t>
            </a:r>
            <a:endParaRPr sz="1600">
              <a:solidFill>
                <a:schemeClr val="dk2"/>
              </a:solidFill>
              <a:latin typeface="Calibri"/>
              <a:ea typeface="Calibri"/>
              <a:cs typeface="Calibri"/>
              <a:sym typeface="Calibri"/>
            </a:endParaRPr>
          </a:p>
        </p:txBody>
      </p:sp>
      <p:pic>
        <p:nvPicPr>
          <p:cNvPr id="235" name="Google Shape;235;p25"/>
          <p:cNvPicPr preferRelativeResize="0"/>
          <p:nvPr/>
        </p:nvPicPr>
        <p:blipFill>
          <a:blip r:embed="rId3">
            <a:alphaModFix/>
          </a:blip>
          <a:stretch>
            <a:fillRect/>
          </a:stretch>
        </p:blipFill>
        <p:spPr>
          <a:xfrm>
            <a:off x="878750" y="2124050"/>
            <a:ext cx="2626876" cy="1970175"/>
          </a:xfrm>
          <a:prstGeom prst="rect">
            <a:avLst/>
          </a:prstGeom>
          <a:noFill/>
          <a:ln>
            <a:noFill/>
          </a:ln>
        </p:spPr>
      </p:pic>
      <p:pic>
        <p:nvPicPr>
          <p:cNvPr id="236" name="Google Shape;236;p25"/>
          <p:cNvPicPr preferRelativeResize="0"/>
          <p:nvPr/>
        </p:nvPicPr>
        <p:blipFill>
          <a:blip r:embed="rId4">
            <a:alphaModFix/>
          </a:blip>
          <a:stretch>
            <a:fillRect/>
          </a:stretch>
        </p:blipFill>
        <p:spPr>
          <a:xfrm>
            <a:off x="5765525" y="2191650"/>
            <a:ext cx="2727276" cy="2045451"/>
          </a:xfrm>
          <a:prstGeom prst="rect">
            <a:avLst/>
          </a:prstGeom>
          <a:noFill/>
          <a:ln>
            <a:noFill/>
          </a:ln>
        </p:spPr>
      </p:pic>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0" name="Shape 240"/>
        <p:cNvGrpSpPr/>
        <p:nvPr/>
      </p:nvGrpSpPr>
      <p:grpSpPr>
        <a:xfrm>
          <a:off x="0" y="0"/>
          <a:ext cx="0" cy="0"/>
          <a:chOff x="0" y="0"/>
          <a:chExt cx="0" cy="0"/>
        </a:xfrm>
      </p:grpSpPr>
      <p:sp>
        <p:nvSpPr>
          <p:cNvPr id="241" name="Google Shape;241;p26"/>
          <p:cNvSpPr txBox="1"/>
          <p:nvPr>
            <p:ph type="title"/>
          </p:nvPr>
        </p:nvSpPr>
        <p:spPr>
          <a:xfrm>
            <a:off x="819150" y="450850"/>
            <a:ext cx="7505700" cy="722700"/>
          </a:xfrm>
          <a:prstGeom prst="rect">
            <a:avLst/>
          </a:prstGeom>
        </p:spPr>
        <p:txBody>
          <a:bodyPr anchorCtr="0" anchor="t" bIns="91425" lIns="91425" spcFirstLastPara="1" rIns="91425" wrap="square" tIns="91425">
            <a:normAutofit/>
          </a:bodyPr>
          <a:lstStyle/>
          <a:p>
            <a:pPr indent="0" lvl="0" marL="0" rtl="0" algn="ctr">
              <a:spcBef>
                <a:spcPts val="0"/>
              </a:spcBef>
              <a:spcAft>
                <a:spcPts val="0"/>
              </a:spcAft>
              <a:buNone/>
            </a:pPr>
            <a:r>
              <a:rPr lang="en"/>
              <a:t>Aim 2 - Results and Implications</a:t>
            </a:r>
            <a:endParaRPr/>
          </a:p>
        </p:txBody>
      </p:sp>
      <p:pic>
        <p:nvPicPr>
          <p:cNvPr id="242" name="Google Shape;242;p26"/>
          <p:cNvPicPr preferRelativeResize="0"/>
          <p:nvPr/>
        </p:nvPicPr>
        <p:blipFill>
          <a:blip r:embed="rId3">
            <a:alphaModFix/>
          </a:blip>
          <a:stretch>
            <a:fillRect/>
          </a:stretch>
        </p:blipFill>
        <p:spPr>
          <a:xfrm>
            <a:off x="1370975" y="1304375"/>
            <a:ext cx="6369351" cy="3109550"/>
          </a:xfrm>
          <a:prstGeom prst="rect">
            <a:avLst/>
          </a:prstGeom>
          <a:noFill/>
          <a:ln>
            <a:noFill/>
          </a:ln>
        </p:spPr>
      </p:pic>
      <p:sp>
        <p:nvSpPr>
          <p:cNvPr id="243" name="Google Shape;243;p26"/>
          <p:cNvSpPr txBox="1"/>
          <p:nvPr/>
        </p:nvSpPr>
        <p:spPr>
          <a:xfrm>
            <a:off x="4022275" y="999000"/>
            <a:ext cx="2196900" cy="164100"/>
          </a:xfrm>
          <a:prstGeom prst="rect">
            <a:avLst/>
          </a:prstGeom>
          <a:solidFill>
            <a:schemeClr val="dk1"/>
          </a:solid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300">
                <a:solidFill>
                  <a:schemeClr val="dk2"/>
                </a:solidFill>
                <a:latin typeface="Calibri"/>
                <a:ea typeface="Calibri"/>
                <a:cs typeface="Calibri"/>
                <a:sym typeface="Calibri"/>
              </a:rPr>
              <a:t>P-value color scale</a:t>
            </a:r>
            <a:endParaRPr sz="1300">
              <a:solidFill>
                <a:schemeClr val="dk2"/>
              </a:solidFill>
              <a:latin typeface="Calibri"/>
              <a:ea typeface="Calibri"/>
              <a:cs typeface="Calibri"/>
              <a:sym typeface="Calibri"/>
            </a:endParaRPr>
          </a:p>
        </p:txBody>
      </p:sp>
      <p:pic>
        <p:nvPicPr>
          <p:cNvPr id="244" name="Google Shape;244;p26"/>
          <p:cNvPicPr preferRelativeResize="0"/>
          <p:nvPr/>
        </p:nvPicPr>
        <p:blipFill>
          <a:blip r:embed="rId4">
            <a:alphaModFix/>
          </a:blip>
          <a:stretch>
            <a:fillRect/>
          </a:stretch>
        </p:blipFill>
        <p:spPr>
          <a:xfrm>
            <a:off x="348900" y="1317700"/>
            <a:ext cx="8541102" cy="114725"/>
          </a:xfrm>
          <a:prstGeom prst="rect">
            <a:avLst/>
          </a:prstGeom>
          <a:noFill/>
          <a:ln>
            <a:noFill/>
          </a:ln>
        </p:spPr>
      </p:pic>
      <p:sp>
        <p:nvSpPr>
          <p:cNvPr id="245" name="Google Shape;245;p26"/>
          <p:cNvSpPr txBox="1"/>
          <p:nvPr/>
        </p:nvSpPr>
        <p:spPr>
          <a:xfrm>
            <a:off x="2304875" y="4459300"/>
            <a:ext cx="5770500" cy="3018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100"/>
              <a:t>"GOrilla Results." GOrilla, Technion - Israel Institute of Technology, n.d.,</a:t>
            </a:r>
            <a:r>
              <a:rPr lang="en" sz="1100">
                <a:uFill>
                  <a:noFill/>
                </a:uFill>
                <a:hlinkClick r:id="rId5"/>
              </a:rPr>
              <a:t> </a:t>
            </a:r>
            <a:r>
              <a:rPr lang="en" sz="1100" u="sng">
                <a:solidFill>
                  <a:schemeClr val="hlink"/>
                </a:solidFill>
                <a:hlinkClick r:id="rId6"/>
              </a:rPr>
              <a:t>https://cbl-gorilla.cs.technion.ac.il/GOrilla/j7dvhfpo/GOResults.html</a:t>
            </a:r>
            <a:endParaRPr sz="1300">
              <a:solidFill>
                <a:schemeClr val="dk2"/>
              </a:solidFill>
              <a:latin typeface="Calibri"/>
              <a:ea typeface="Calibri"/>
              <a:cs typeface="Calibri"/>
              <a:sym typeface="Calibri"/>
            </a:endParaRPr>
          </a:p>
        </p:txBody>
      </p: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9" name="Shape 249"/>
        <p:cNvGrpSpPr/>
        <p:nvPr/>
      </p:nvGrpSpPr>
      <p:grpSpPr>
        <a:xfrm>
          <a:off x="0" y="0"/>
          <a:ext cx="0" cy="0"/>
          <a:chOff x="0" y="0"/>
          <a:chExt cx="0" cy="0"/>
        </a:xfrm>
      </p:grpSpPr>
      <p:sp>
        <p:nvSpPr>
          <p:cNvPr id="250" name="Google Shape;250;p27"/>
          <p:cNvSpPr txBox="1"/>
          <p:nvPr>
            <p:ph type="title"/>
          </p:nvPr>
        </p:nvSpPr>
        <p:spPr>
          <a:xfrm>
            <a:off x="693175" y="531875"/>
            <a:ext cx="7505700" cy="954600"/>
          </a:xfrm>
          <a:prstGeom prst="rect">
            <a:avLst/>
          </a:prstGeom>
        </p:spPr>
        <p:txBody>
          <a:bodyPr anchorCtr="0" anchor="t" bIns="91425" lIns="91425" spcFirstLastPara="1" rIns="91425" wrap="square" tIns="91425">
            <a:normAutofit/>
          </a:bodyPr>
          <a:lstStyle/>
          <a:p>
            <a:pPr indent="0" lvl="0" marL="0" rtl="0" algn="ctr">
              <a:spcBef>
                <a:spcPts val="0"/>
              </a:spcBef>
              <a:spcAft>
                <a:spcPts val="0"/>
              </a:spcAft>
              <a:buNone/>
            </a:pPr>
            <a:r>
              <a:rPr lang="en" sz="3800"/>
              <a:t>Conclusions</a:t>
            </a:r>
            <a:endParaRPr sz="3800"/>
          </a:p>
        </p:txBody>
      </p:sp>
      <p:sp>
        <p:nvSpPr>
          <p:cNvPr id="251" name="Google Shape;251;p27"/>
          <p:cNvSpPr txBox="1"/>
          <p:nvPr>
            <p:ph idx="1" type="body"/>
          </p:nvPr>
        </p:nvSpPr>
        <p:spPr>
          <a:xfrm>
            <a:off x="428150" y="1276525"/>
            <a:ext cx="8271600" cy="3673800"/>
          </a:xfrm>
          <a:prstGeom prst="rect">
            <a:avLst/>
          </a:prstGeom>
        </p:spPr>
        <p:txBody>
          <a:bodyPr anchorCtr="0" anchor="t" bIns="91425" lIns="91425" spcFirstLastPara="1" rIns="91425" wrap="square" tIns="91425">
            <a:normAutofit fontScale="62500" lnSpcReduction="10000"/>
          </a:bodyPr>
          <a:lstStyle/>
          <a:p>
            <a:pPr indent="0" lvl="0" marL="0" rtl="0" algn="l">
              <a:spcBef>
                <a:spcPts val="0"/>
              </a:spcBef>
              <a:spcAft>
                <a:spcPts val="0"/>
              </a:spcAft>
              <a:buNone/>
            </a:pPr>
            <a:r>
              <a:rPr lang="en" sz="2736"/>
              <a:t>Aim 1: </a:t>
            </a:r>
            <a:endParaRPr sz="2736"/>
          </a:p>
          <a:p>
            <a:pPr indent="-337209" lvl="0" marL="457200" rtl="0" algn="l">
              <a:spcBef>
                <a:spcPts val="1200"/>
              </a:spcBef>
              <a:spcAft>
                <a:spcPts val="0"/>
              </a:spcAft>
              <a:buSzPct val="100000"/>
              <a:buChar char="●"/>
            </a:pPr>
            <a:r>
              <a:rPr lang="en" sz="2736"/>
              <a:t>Increasing sample size enhances cluster preservation until it plateaus at ~6000 nuclei</a:t>
            </a:r>
            <a:endParaRPr sz="2736"/>
          </a:p>
          <a:p>
            <a:pPr indent="-337209" lvl="0" marL="457200" rtl="0" algn="l">
              <a:spcBef>
                <a:spcPts val="0"/>
              </a:spcBef>
              <a:spcAft>
                <a:spcPts val="0"/>
              </a:spcAft>
              <a:buSzPct val="100000"/>
              <a:buChar char="●"/>
            </a:pPr>
            <a:r>
              <a:rPr lang="en" sz="2736"/>
              <a:t>Actual sample size, more than double the plateau, ensures comprehensive representation of adipocyte subtypes</a:t>
            </a:r>
            <a:endParaRPr sz="2736"/>
          </a:p>
          <a:p>
            <a:pPr indent="0" lvl="0" marL="0" rtl="0" algn="l">
              <a:spcBef>
                <a:spcPts val="1200"/>
              </a:spcBef>
              <a:spcAft>
                <a:spcPts val="0"/>
              </a:spcAft>
              <a:buNone/>
            </a:pPr>
            <a:r>
              <a:rPr lang="en" sz="2736"/>
              <a:t>Aim 2:</a:t>
            </a:r>
            <a:endParaRPr sz="2736"/>
          </a:p>
          <a:p>
            <a:pPr indent="-337209" lvl="0" marL="457200" rtl="0" algn="l">
              <a:spcBef>
                <a:spcPts val="1200"/>
              </a:spcBef>
              <a:spcAft>
                <a:spcPts val="0"/>
              </a:spcAft>
              <a:buSzPct val="100000"/>
              <a:buChar char="●"/>
            </a:pPr>
            <a:r>
              <a:rPr lang="en" sz="2736"/>
              <a:t>hVAT and hSAT adipocytes exhibit distinct functionalities</a:t>
            </a:r>
            <a:endParaRPr sz="2736"/>
          </a:p>
          <a:p>
            <a:pPr indent="-337209" lvl="0" marL="457200" rtl="0" algn="l">
              <a:spcBef>
                <a:spcPts val="0"/>
              </a:spcBef>
              <a:spcAft>
                <a:spcPts val="0"/>
              </a:spcAft>
              <a:buSzPct val="100000"/>
              <a:buChar char="●"/>
            </a:pPr>
            <a:r>
              <a:rPr lang="en" sz="2736"/>
              <a:t>hVAT adipocytes are enriched for mitochondrial processes compared to hSAT adipocytes</a:t>
            </a:r>
            <a:endParaRPr sz="2736"/>
          </a:p>
          <a:p>
            <a:pPr indent="-337209" lvl="0" marL="457200" rtl="0" algn="l">
              <a:spcBef>
                <a:spcPts val="0"/>
              </a:spcBef>
              <a:spcAft>
                <a:spcPts val="0"/>
              </a:spcAft>
              <a:buSzPct val="100000"/>
              <a:buChar char="●"/>
            </a:pPr>
            <a:r>
              <a:rPr lang="en" sz="2736"/>
              <a:t>Findings support and complement single-cell differential expression analysis, offering a broader perspective</a:t>
            </a:r>
            <a:endParaRPr sz="2736"/>
          </a:p>
          <a:p>
            <a:pPr indent="0" lvl="0" marL="0" rtl="0" algn="l">
              <a:spcBef>
                <a:spcPts val="1200"/>
              </a:spcBef>
              <a:spcAft>
                <a:spcPts val="1200"/>
              </a:spcAft>
              <a:buNone/>
            </a:pPr>
            <a:r>
              <a:t/>
            </a:r>
            <a:endParaRPr/>
          </a:p>
        </p:txBody>
      </p:sp>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5" name="Shape 255"/>
        <p:cNvGrpSpPr/>
        <p:nvPr/>
      </p:nvGrpSpPr>
      <p:grpSpPr>
        <a:xfrm>
          <a:off x="0" y="0"/>
          <a:ext cx="0" cy="0"/>
          <a:chOff x="0" y="0"/>
          <a:chExt cx="0" cy="0"/>
        </a:xfrm>
      </p:grpSpPr>
      <p:sp>
        <p:nvSpPr>
          <p:cNvPr id="256" name="Google Shape;256;p28"/>
          <p:cNvSpPr txBox="1"/>
          <p:nvPr>
            <p:ph type="title"/>
          </p:nvPr>
        </p:nvSpPr>
        <p:spPr>
          <a:xfrm>
            <a:off x="819150" y="845600"/>
            <a:ext cx="7505700" cy="9546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a:t>Acknowledgments</a:t>
            </a:r>
            <a:endParaRPr/>
          </a:p>
        </p:txBody>
      </p:sp>
      <p:sp>
        <p:nvSpPr>
          <p:cNvPr id="257" name="Google Shape;257;p28"/>
          <p:cNvSpPr txBox="1"/>
          <p:nvPr>
            <p:ph idx="1" type="body"/>
          </p:nvPr>
        </p:nvSpPr>
        <p:spPr>
          <a:xfrm>
            <a:off x="819150" y="1800200"/>
            <a:ext cx="7505700" cy="2448000"/>
          </a:xfrm>
          <a:prstGeom prst="rect">
            <a:avLst/>
          </a:prstGeom>
        </p:spPr>
        <p:txBody>
          <a:bodyPr anchorCtr="0" anchor="t" bIns="91425" lIns="91425" spcFirstLastPara="1" rIns="91425" wrap="square" tIns="91425">
            <a:noAutofit/>
          </a:bodyPr>
          <a:lstStyle/>
          <a:p>
            <a:pPr indent="0" lvl="0" marL="0" rtl="0" algn="l">
              <a:lnSpc>
                <a:spcPct val="95000"/>
              </a:lnSpc>
              <a:spcBef>
                <a:spcPts val="0"/>
              </a:spcBef>
              <a:spcAft>
                <a:spcPts val="0"/>
              </a:spcAft>
              <a:buNone/>
            </a:pPr>
            <a:r>
              <a:rPr b="1" lang="en" sz="1800"/>
              <a:t>Supervisors</a:t>
            </a:r>
            <a:r>
              <a:rPr lang="en" sz="1800"/>
              <a:t>: </a:t>
            </a:r>
            <a:endParaRPr sz="1800"/>
          </a:p>
          <a:p>
            <a:pPr indent="0" lvl="0" marL="0" rtl="0" algn="l">
              <a:lnSpc>
                <a:spcPct val="95000"/>
              </a:lnSpc>
              <a:spcBef>
                <a:spcPts val="1200"/>
              </a:spcBef>
              <a:spcAft>
                <a:spcPts val="0"/>
              </a:spcAft>
              <a:buNone/>
            </a:pPr>
            <a:r>
              <a:rPr lang="en" sz="1800"/>
              <a:t>Prof. Esti Yeger-Lotem</a:t>
            </a:r>
            <a:endParaRPr sz="1800"/>
          </a:p>
          <a:p>
            <a:pPr indent="0" lvl="0" marL="0" rtl="0" algn="l">
              <a:lnSpc>
                <a:spcPct val="95000"/>
              </a:lnSpc>
              <a:spcBef>
                <a:spcPts val="1200"/>
              </a:spcBef>
              <a:spcAft>
                <a:spcPts val="0"/>
              </a:spcAft>
              <a:buNone/>
            </a:pPr>
            <a:r>
              <a:rPr lang="en" sz="1800"/>
              <a:t>Prof. Michal Ziv-Ukelson</a:t>
            </a:r>
            <a:endParaRPr sz="1800"/>
          </a:p>
          <a:p>
            <a:pPr indent="0" lvl="0" marL="0" rtl="0" algn="l">
              <a:lnSpc>
                <a:spcPct val="95000"/>
              </a:lnSpc>
              <a:spcBef>
                <a:spcPts val="1200"/>
              </a:spcBef>
              <a:spcAft>
                <a:spcPts val="0"/>
              </a:spcAft>
              <a:buNone/>
            </a:pPr>
            <a:r>
              <a:rPr b="1" lang="en" sz="1800"/>
              <a:t>PhD student guide</a:t>
            </a:r>
            <a:r>
              <a:rPr lang="en" sz="1800"/>
              <a:t>:</a:t>
            </a:r>
            <a:endParaRPr sz="1800"/>
          </a:p>
          <a:p>
            <a:pPr indent="0" lvl="0" marL="0" rtl="0" algn="l">
              <a:lnSpc>
                <a:spcPct val="95000"/>
              </a:lnSpc>
              <a:spcBef>
                <a:spcPts val="1200"/>
              </a:spcBef>
              <a:spcAft>
                <a:spcPts val="0"/>
              </a:spcAft>
              <a:buNone/>
            </a:pPr>
            <a:r>
              <a:rPr lang="en" sz="1800"/>
              <a:t>Or Lazarescu</a:t>
            </a:r>
            <a:endParaRPr sz="1800"/>
          </a:p>
          <a:p>
            <a:pPr indent="0" lvl="0" marL="0" rtl="0" algn="l">
              <a:lnSpc>
                <a:spcPct val="95000"/>
              </a:lnSpc>
              <a:spcBef>
                <a:spcPts val="1200"/>
              </a:spcBef>
              <a:spcAft>
                <a:spcPts val="1200"/>
              </a:spcAft>
              <a:buNone/>
            </a:pPr>
            <a:r>
              <a:rPr lang="en" sz="1800"/>
              <a:t>Thank you for your invaluable guidance and support!</a:t>
            </a:r>
            <a:endParaRPr sz="1800"/>
          </a:p>
        </p:txBody>
      </p:sp>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61" name="Shape 261"/>
        <p:cNvGrpSpPr/>
        <p:nvPr/>
      </p:nvGrpSpPr>
      <p:grpSpPr>
        <a:xfrm>
          <a:off x="0" y="0"/>
          <a:ext cx="0" cy="0"/>
          <a:chOff x="0" y="0"/>
          <a:chExt cx="0" cy="0"/>
        </a:xfrm>
      </p:grpSpPr>
      <p:sp>
        <p:nvSpPr>
          <p:cNvPr id="262" name="Google Shape;262;p29"/>
          <p:cNvSpPr txBox="1"/>
          <p:nvPr>
            <p:ph type="title"/>
          </p:nvPr>
        </p:nvSpPr>
        <p:spPr>
          <a:xfrm>
            <a:off x="2645625" y="1727350"/>
            <a:ext cx="6978000" cy="20265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sz="5300"/>
              <a:t>Questions?</a:t>
            </a:r>
            <a:endParaRPr sz="5300"/>
          </a:p>
        </p:txBody>
      </p:sp>
    </p:spTree>
  </p:cSld>
  <p:clrMapOvr>
    <a:masterClrMapping/>
  </p:clrMapOvr>
</p:sld>
</file>

<file path=ppt/theme/theme1.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Shift">
  <a:themeElements>
    <a:clrScheme name="Shift">
      <a:dk1>
        <a:srgbClr val="FFFFFF"/>
      </a:dk1>
      <a:lt1>
        <a:srgbClr val="AF7B51"/>
      </a:lt1>
      <a:dk2>
        <a:srgbClr val="233A44"/>
      </a:dk2>
      <a:lt2>
        <a:srgbClr val="D9D9D9"/>
      </a:lt2>
      <a:accent1>
        <a:srgbClr val="00796B"/>
      </a:accent1>
      <a:accent2>
        <a:srgbClr val="D9563F"/>
      </a:accent2>
      <a:accent3>
        <a:srgbClr val="C4A15A"/>
      </a:accent3>
      <a:accent4>
        <a:srgbClr val="14F597"/>
      </a:accent4>
      <a:accent5>
        <a:srgbClr val="3D4594"/>
      </a:accent5>
      <a:accent6>
        <a:srgbClr val="163EF5"/>
      </a:accent6>
      <a:hlink>
        <a:srgbClr val="3D4594"/>
      </a:hlink>
      <a:folHlink>
        <a:srgbClr val="3D4594"/>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