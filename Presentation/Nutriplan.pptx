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42E56-BC37-91EB-F798-A1034EB02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8A6C4E-298E-55C7-9080-2811127822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65A4A-BFDC-EC5B-819A-E995ACD52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972F5-9395-4186-A6CC-D29BEBB3B1AF}" type="datetimeFigureOut">
              <a:rPr lang="en-IL" smtClean="0"/>
              <a:t>07/05/2025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5E81F-6846-CDBB-8D4A-D46DA66DF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BC548-4289-1699-7D6A-BC0431EC7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C40AF-2284-47D8-B25A-C2128E05F76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27417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97A90-8E0B-4915-67B8-49245D9E4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95DEB-5E73-D341-9A5A-7F71E5D9F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D48E9-5945-370B-5D88-5450836B1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972F5-9395-4186-A6CC-D29BEBB3B1AF}" type="datetimeFigureOut">
              <a:rPr lang="en-IL" smtClean="0"/>
              <a:t>07/05/2025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11682-42F0-8D83-93EF-B4DC8AC9F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9AC7D-955B-A807-20F6-3F11BBF54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C40AF-2284-47D8-B25A-C2128E05F76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06200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58EBF-BC7C-8EFA-D7BE-834FF4273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B9913F-8381-927E-914F-9642AC24B0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16B68-927C-252C-D686-508463DD5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972F5-9395-4186-A6CC-D29BEBB3B1AF}" type="datetimeFigureOut">
              <a:rPr lang="en-IL" smtClean="0"/>
              <a:t>07/05/2025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B66BD-3AEE-17ED-FB10-400B5CE0B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7A71B-B199-70C4-BC75-7D8A90BDC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C40AF-2284-47D8-B25A-C2128E05F76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65905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3AF15-BE69-4F44-5AA8-8C958381A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4DA12-6088-7CBB-72C4-7FE6E59E47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E37376-2382-FC79-84BB-7345E23D8D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C86D61-054B-7AE1-1CF9-0F987C348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972F5-9395-4186-A6CC-D29BEBB3B1AF}" type="datetimeFigureOut">
              <a:rPr lang="en-IL" smtClean="0"/>
              <a:t>07/05/2025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DD7C07-66C1-2AA6-35CE-31BCEC006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CD5355-4DB3-0505-BA93-65474642D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C40AF-2284-47D8-B25A-C2128E05F76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60627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FCAF7-AF1F-3ED0-E6DB-991EC3B86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4E152-8439-0F7A-4F35-BA114979A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79BA37-27B8-2235-CA87-5FE13932F4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F412B6-53B4-09CC-F86B-2CA4D08277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F6E3F2-144E-7490-8B4C-E1B3D27812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C91609-72AB-33B8-7431-4E7C83B06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972F5-9395-4186-A6CC-D29BEBB3B1AF}" type="datetimeFigureOut">
              <a:rPr lang="en-IL" smtClean="0"/>
              <a:t>07/05/2025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8835E0-387E-AE40-0475-9803F1EA3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C9EBD0-0D99-3B9F-55B9-2CF7EF354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C40AF-2284-47D8-B25A-C2128E05F76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49816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A50B3-AC25-9D4C-FFD6-7296CDF23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96C7C5-3C74-C3F1-DC03-22CD8DFFF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972F5-9395-4186-A6CC-D29BEBB3B1AF}" type="datetimeFigureOut">
              <a:rPr lang="en-IL" smtClean="0"/>
              <a:t>07/05/2025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27B52A-2050-C8B9-CB34-F9E62C2E5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5EC42F-40DD-3CB6-A594-F9DA71D8D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C40AF-2284-47D8-B25A-C2128E05F76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56495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89D8C5-BDD4-CD0E-719B-E0715B0F9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972F5-9395-4186-A6CC-D29BEBB3B1AF}" type="datetimeFigureOut">
              <a:rPr lang="en-IL" smtClean="0"/>
              <a:t>07/05/2025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8C0635-D0FC-0613-B39D-B5A2F3978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5C301-7F17-6339-CEC2-C124B9B4A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C40AF-2284-47D8-B25A-C2128E05F76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71947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4F68F-5FEE-577E-023B-A03C7B701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2E3BD-6198-B083-9C7D-80977D11A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60D1CF-B000-600B-AC32-922C44041D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C0C0BD-0687-65D9-CF8E-AD0530700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972F5-9395-4186-A6CC-D29BEBB3B1AF}" type="datetimeFigureOut">
              <a:rPr lang="en-IL" smtClean="0"/>
              <a:t>07/05/2025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7F8CB2-5BFC-5174-F177-462D1C88E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BF72FC-A6F2-8AFA-399A-1149A4A0F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C40AF-2284-47D8-B25A-C2128E05F76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84010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3E8A5-B680-1EB8-3C42-467C3FF2E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FB20EC-CDDC-FB91-8D9C-232865539F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752F13-D1F1-074A-8879-BEADD3E985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BC13BC-5739-F303-01DC-25BD4D5F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972F5-9395-4186-A6CC-D29BEBB3B1AF}" type="datetimeFigureOut">
              <a:rPr lang="en-IL" smtClean="0"/>
              <a:t>07/05/2025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CC41B0-802D-DB11-33E0-4ECBD20EF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94E6DC-CF42-53E0-C1B6-86DF27A2A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C40AF-2284-47D8-B25A-C2128E05F76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74957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FC319-B7E1-61F0-5B01-950FF0281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78759C-885E-BAD0-6814-B1672B5D55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B92D8-CF92-788D-B81F-41B1C3F6C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972F5-9395-4186-A6CC-D29BEBB3B1AF}" type="datetimeFigureOut">
              <a:rPr lang="en-IL" smtClean="0"/>
              <a:t>07/05/2025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B46F1-12F8-4F54-3AAF-1E31DD719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CECDC-58AA-545E-1E74-80243EE7D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C40AF-2284-47D8-B25A-C2128E05F76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52806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AA10FE-597F-76B3-73A6-AE8F82C10A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3575DC-5DBA-9DE3-197C-8AC86425ED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D06C6-CEA3-BED3-E343-1F5681212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972F5-9395-4186-A6CC-D29BEBB3B1AF}" type="datetimeFigureOut">
              <a:rPr lang="en-IL" smtClean="0"/>
              <a:t>07/05/2025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00D73-D9A6-DCCD-971D-8EDE243C6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01CA5-85A4-DEA9-FD5D-1EA624B96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C40AF-2284-47D8-B25A-C2128E05F76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27543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422AF5-1A00-0B8E-BAFA-00E9AA12D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DC2B47-2EF3-BE08-F2AB-5DF3E314A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AE49-E550-70A5-5F75-C770FD2A3F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F972F5-9395-4186-A6CC-D29BEBB3B1AF}" type="datetimeFigureOut">
              <a:rPr lang="en-IL" smtClean="0"/>
              <a:t>07/05/2025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DB962-DFF9-4D9C-231D-45A69B0DB8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8B5AE-BF46-2B3F-B575-265A7AF309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EC40AF-2284-47D8-B25A-C2128E05F76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34366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4639D-7A8F-D4C8-1399-796111DA7D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Nutriplan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E51902-C09A-2D4C-2C40-55A0D761AF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Nutrition Tracking  &amp; AI-Powered Meal Planning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014767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A613E-F26D-2CB7-A21A-59CD6FDB1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Domain: Nutrition Management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91861-8CBB-FAE9-3D25-A48A796E5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Addresses the daily challenge of meal planning and nutrition tracking.</a:t>
            </a:r>
          </a:p>
          <a:p>
            <a:r>
              <a:rPr lang="en-US" b="1" dirty="0">
                <a:solidFill>
                  <a:srgbClr val="FF0000"/>
                </a:solidFill>
              </a:rPr>
              <a:t>More</a:t>
            </a:r>
            <a:endParaRPr lang="en-IL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6240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8E323-DE80-8333-F387-FBA67DE0B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54574-A308-782A-C25C-9AA8C4213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Meal planning is time-consuming and often abandoned.</a:t>
            </a:r>
          </a:p>
          <a:p>
            <a:r>
              <a:rPr lang="en-US" dirty="0"/>
              <a:t>Difficulty maintaining consistent nutritional balance.</a:t>
            </a:r>
          </a:p>
          <a:p>
            <a:r>
              <a:rPr lang="en-US" dirty="0"/>
              <a:t>Lack of connection between food consumption and weight goals.</a:t>
            </a:r>
          </a:p>
          <a:p>
            <a:r>
              <a:rPr lang="en-US" dirty="0"/>
              <a:t>Personalized menu planning based on precise nutritional parameters.</a:t>
            </a:r>
          </a:p>
          <a:p>
            <a:r>
              <a:rPr lang="en-US" dirty="0"/>
              <a:t>Maintaining variety, taste, and alignment with dietary preferences (e.g. vegetarianism, allergies, etc.)</a:t>
            </a:r>
          </a:p>
          <a:p>
            <a:r>
              <a:rPr lang="en-US" dirty="0"/>
              <a:t>Weekly menu tracking in an accessible and user-friendly format.</a:t>
            </a:r>
          </a:p>
        </p:txBody>
      </p:sp>
    </p:spTree>
    <p:extLst>
      <p:ext uri="{BB962C8B-B14F-4D97-AF65-F5344CB8AC3E}">
        <p14:creationId xmlns:p14="http://schemas.microsoft.com/office/powerpoint/2010/main" val="3151249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8E323-DE80-8333-F387-FBA67DE0B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Nutriplan's</a:t>
            </a:r>
            <a:r>
              <a:rPr lang="en-US" dirty="0"/>
              <a:t> Unique Contribution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54574-A308-782A-C25C-9AA8C4213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AI-generated weekly meal plans tailored to individual preferences and goals.</a:t>
            </a:r>
          </a:p>
          <a:p>
            <a:r>
              <a:rPr lang="en-US" dirty="0"/>
              <a:t>Correlation between nutrition intake and weight tracking.</a:t>
            </a:r>
          </a:p>
          <a:p>
            <a:r>
              <a:rPr lang="en-US" dirty="0"/>
              <a:t>Simplifies the meal planning process while improving nutritional outcomes.</a:t>
            </a:r>
          </a:p>
          <a:p>
            <a:r>
              <a:rPr lang="en-US" dirty="0"/>
              <a:t>Bridges the gap between planning and real-world implementation.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8532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8E323-DE80-8333-F387-FBA67DE0B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54574-A308-782A-C25C-9AA8C4213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used Python in all parts.</a:t>
            </a:r>
          </a:p>
          <a:p>
            <a:r>
              <a:rPr lang="en-US" dirty="0"/>
              <a:t>Front-end: Mobile application interface for Android.</a:t>
            </a:r>
          </a:p>
          <a:p>
            <a:pPr lvl="1"/>
            <a:r>
              <a:rPr lang="en-US" dirty="0" err="1"/>
              <a:t>Kivy</a:t>
            </a:r>
            <a:r>
              <a:rPr lang="en-US" dirty="0"/>
              <a:t> for the UI and </a:t>
            </a:r>
            <a:r>
              <a:rPr lang="en-US" dirty="0" err="1"/>
              <a:t>Buildozer</a:t>
            </a:r>
            <a:r>
              <a:rPr lang="en-US" dirty="0"/>
              <a:t> for building the app.</a:t>
            </a:r>
          </a:p>
          <a:p>
            <a:r>
              <a:rPr lang="en-US" dirty="0"/>
              <a:t>Back-end: Cloud-based service for data processing and model hosting.</a:t>
            </a:r>
          </a:p>
          <a:p>
            <a:pPr lvl="1"/>
            <a:r>
              <a:rPr lang="en-US" dirty="0"/>
              <a:t>The server is stored on Render.</a:t>
            </a:r>
          </a:p>
          <a:p>
            <a:r>
              <a:rPr lang="en-US" dirty="0"/>
              <a:t>AI Model: Neural network trained on nutritional datasets.</a:t>
            </a:r>
          </a:p>
          <a:p>
            <a:pPr lvl="1"/>
            <a:r>
              <a:rPr lang="en-US" dirty="0" err="1"/>
              <a:t>PyTorch</a:t>
            </a:r>
            <a:r>
              <a:rPr lang="en-US" dirty="0"/>
              <a:t> for building, training and testing the model, Matplotlib for visualizations and scikit-learn for searching functionality and more.</a:t>
            </a:r>
          </a:p>
        </p:txBody>
      </p:sp>
    </p:spTree>
    <p:extLst>
      <p:ext uri="{BB962C8B-B14F-4D97-AF65-F5344CB8AC3E}">
        <p14:creationId xmlns:p14="http://schemas.microsoft.com/office/powerpoint/2010/main" val="2568586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5305E-B15E-9CBB-7FA0-949C475EF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Model Specifications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27D2A-9D69-E5BA-35E5-712A13BDD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Type: Deep learning model.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Training Data: Diverse menus and foods database with nutritional profiles.</a:t>
            </a:r>
          </a:p>
          <a:p>
            <a:r>
              <a:rPr lang="en-US" dirty="0"/>
              <a:t>Key Features:</a:t>
            </a:r>
          </a:p>
          <a:p>
            <a:pPr lvl="1"/>
            <a:r>
              <a:rPr lang="en-US" dirty="0"/>
              <a:t>Nutritional balance optimization.</a:t>
            </a:r>
          </a:p>
          <a:p>
            <a:pPr lvl="1"/>
            <a:r>
              <a:rPr lang="en-US" dirty="0"/>
              <a:t>User preference adaptation.</a:t>
            </a:r>
          </a:p>
          <a:p>
            <a:pPr lvl="1"/>
            <a:r>
              <a:rPr lang="en-US" dirty="0"/>
              <a:t>Dietary restriction handling.</a:t>
            </a:r>
          </a:p>
        </p:txBody>
      </p:sp>
    </p:spTree>
    <p:extLst>
      <p:ext uri="{BB962C8B-B14F-4D97-AF65-F5344CB8AC3E}">
        <p14:creationId xmlns:p14="http://schemas.microsoft.com/office/powerpoint/2010/main" val="238340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55D66-F3B9-854B-ED7B-A0B2043EF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Journey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F86A0-16DB-AAFC-B607-0F3E5D466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Initial profile creation (preferences, restrictions, goals) / Login.</a:t>
            </a:r>
          </a:p>
          <a:p>
            <a:r>
              <a:rPr lang="en-US" dirty="0"/>
              <a:t>Statistics page (personal data, BMI, daily tracking of nutritional values).</a:t>
            </a:r>
          </a:p>
          <a:p>
            <a:r>
              <a:rPr lang="en-US" dirty="0"/>
              <a:t>AI generated weekly menu.</a:t>
            </a:r>
          </a:p>
          <a:p>
            <a:r>
              <a:rPr lang="en-US" dirty="0"/>
              <a:t>Weekly consumed food tracker.</a:t>
            </a:r>
          </a:p>
          <a:p>
            <a:r>
              <a:rPr lang="en-US" dirty="0"/>
              <a:t>Foods dictionary (with nutritional values of many available foods).</a:t>
            </a:r>
          </a:p>
        </p:txBody>
      </p:sp>
    </p:spTree>
    <p:extLst>
      <p:ext uri="{BB962C8B-B14F-4D97-AF65-F5344CB8AC3E}">
        <p14:creationId xmlns:p14="http://schemas.microsoft.com/office/powerpoint/2010/main" val="511053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1014D-FF81-220A-E367-19E415086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SLIDE FOR EACH PART OF THE APP?</a:t>
            </a:r>
            <a:endParaRPr lang="en-IL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F04E8-6610-0B0F-F2FF-2A4F4CB67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17852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302</Words>
  <Application>Microsoft Office PowerPoint</Application>
  <PresentationFormat>Widescreen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Nutriplan</vt:lpstr>
      <vt:lpstr>Project Domain: Nutrition Management</vt:lpstr>
      <vt:lpstr>The Problem</vt:lpstr>
      <vt:lpstr>Nutriplan's Unique Contribution</vt:lpstr>
      <vt:lpstr>System Architecture</vt:lpstr>
      <vt:lpstr>AI Model Specifications</vt:lpstr>
      <vt:lpstr>User Journey</vt:lpstr>
      <vt:lpstr>SLIDE FOR EACH PART OF THE APP?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moalemm@wincs.cs.bgu.ac.il</dc:creator>
  <cp:lastModifiedBy>moalemm@wincs.cs.bgu.ac.il</cp:lastModifiedBy>
  <cp:revision>5</cp:revision>
  <dcterms:created xsi:type="dcterms:W3CDTF">2025-05-07T11:42:44Z</dcterms:created>
  <dcterms:modified xsi:type="dcterms:W3CDTF">2025-05-07T13:11:48Z</dcterms:modified>
</cp:coreProperties>
</file>